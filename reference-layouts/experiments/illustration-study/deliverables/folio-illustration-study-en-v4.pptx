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9eb587a5bf43ff" /><Relationship Type="http://schemas.openxmlformats.org/officeDocument/2006/relationships/extended-properties" Target="/docProps/app.xml" Id="Rf465108ee75c46af" /><Relationship Type="http://schemas.openxmlformats.org/officeDocument/2006/relationships/officeDocument" Target="/ppt/presentation.xml" Id="R27239b582d9f41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242bccdaf14386"/>
  </p:sldMasterIdLst>
  <p:notesMasterIdLst>
    <p:notesMasterId xmlns:r="http://schemas.openxmlformats.org/officeDocument/2006/relationships" r:id="Rf3219e5897b74218"/>
  </p:notesMasterIdLst>
  <p:sldIdLst>
    <p:sldId xmlns:r="http://schemas.openxmlformats.org/officeDocument/2006/relationships" id="256" r:id="R0883a47580bd49b7"/>
    <p:sldId xmlns:r="http://schemas.openxmlformats.org/officeDocument/2006/relationships" id="257" r:id="Ra055179c552f4330"/>
    <p:sldId xmlns:r="http://schemas.openxmlformats.org/officeDocument/2006/relationships" id="258" r:id="Rbf524953d5af4df5"/>
    <p:sldId xmlns:r="http://schemas.openxmlformats.org/officeDocument/2006/relationships" id="259" r:id="R6e5d8c6e427c4897"/>
    <p:sldId xmlns:r="http://schemas.openxmlformats.org/officeDocument/2006/relationships" id="260" r:id="R1b1c97f180d44c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f541b2ebec4784" /><Relationship Type="http://schemas.openxmlformats.org/officeDocument/2006/relationships/slideMaster" Target="/ppt/slideMasters/slideMaster1.xml" Id="R51242bccdaf14386" /><Relationship Type="http://schemas.openxmlformats.org/officeDocument/2006/relationships/notesMaster" Target="/ppt/notesMasters/notesMaster1.xml" Id="Rf3219e5897b74218" /><Relationship Type="http://schemas.openxmlformats.org/officeDocument/2006/relationships/presProps" Target="/ppt/presProps.xml" Id="Ra6ab97ce4c0b41ef" /><Relationship Type="http://schemas.openxmlformats.org/officeDocument/2006/relationships/tableStyles" Target="/ppt/tableStyles.xml" Id="Rbe5bab98abff46fd" /><Relationship Type="http://schemas.openxmlformats.org/officeDocument/2006/relationships/slide" Target="/ppt/slides/slide1.xml" Id="R0883a47580bd49b7" /><Relationship Type="http://schemas.openxmlformats.org/officeDocument/2006/relationships/slide" Target="/ppt/slides/slide2.xml" Id="Ra055179c552f4330" /><Relationship Type="http://schemas.openxmlformats.org/officeDocument/2006/relationships/slide" Target="/ppt/slides/slide3.xml" Id="Rbf524953d5af4df5" /><Relationship Type="http://schemas.openxmlformats.org/officeDocument/2006/relationships/slide" Target="/ppt/slides/slide4.xml" Id="R6e5d8c6e427c4897" /><Relationship Type="http://schemas.openxmlformats.org/officeDocument/2006/relationships/slide" Target="/ppt/slides/slide5.xml" Id="R1b1c97f180d44c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5bd0f653cd46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598d356af045de" /><Relationship Type="http://schemas.openxmlformats.org/officeDocument/2006/relationships/notesMaster" Target="/ppt/notesMasters/notesMaster1.xml" Id="R93da0fbb9d0647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3334f58f5c4bf1" /><Relationship Type="http://schemas.openxmlformats.org/officeDocument/2006/relationships/notesMaster" Target="/ppt/notesMasters/notesMaster1.xml" Id="Rfe61191d065341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2bcb3ac146456d" /><Relationship Type="http://schemas.openxmlformats.org/officeDocument/2006/relationships/notesMaster" Target="/ppt/notesMasters/notesMaster1.xml" Id="Rd821c8f470c440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823b1661c44dac" /><Relationship Type="http://schemas.openxmlformats.org/officeDocument/2006/relationships/notesMaster" Target="/ppt/notesMasters/notesMaster1.xml" Id="Rb86235fc52854d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29a5a2e22c49b8" /><Relationship Type="http://schemas.openxmlformats.org/officeDocument/2006/relationships/notesMaster" Target="/ppt/notesMasters/notesMaster1.xml" Id="R2d68b294a5b445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L46: Central subject and sideways statement. Original wireframe; image regions and copy are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L09-A: Image-led chapter opener. Original wireframe; image regions and copy are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L01-A: Sideways title and isolated subject. Original wireframe; image regions and copy are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L47: Central subject and paired annotations. Original wireframe; image regions and copy are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L09-B: Chapter rail and edge-cropped image. Original wireframe; image regions and copy are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5814c0a81b47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6f1914aca143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f949cb4504e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4aa90cdcd4f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7557ddb0842e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a2f0bd747b43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442252-2C9D-4B5B-A425-1C9E813963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E0F0E3C-CA39-43E2-A0B7-DDB4115838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AF7FB21-921E-465A-B8F7-35DC2583D7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D1CE8D-F7BB-43E0-8ED9-2D54B2F716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B30E0F-596D-4837-BCC6-5A12740EA6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8E7C4B-6FB9-4277-9C7E-E8CB6CCE28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0A14A6-6874-40F8-BEE5-A638D43352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1BC2E5E-FE8F-450E-B71E-3091FF16FD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849C96-8DDB-485A-B0D8-BDBC824A0A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19BAA0-1BFD-4C2C-AF30-B22F5E4EE0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9a79c9b04e4893" /><Relationship Type="http://schemas.openxmlformats.org/officeDocument/2006/relationships/slideLayout" Target="/ppt/slideLayouts/slideLayout1.xml" Id="Rb33f736111554124" /><Relationship Type="http://schemas.openxmlformats.org/officeDocument/2006/relationships/slideLayout" Target="/ppt/slideLayouts/slideLayout2.xml" Id="R03f17007abbd4995" /><Relationship Type="http://schemas.openxmlformats.org/officeDocument/2006/relationships/slideLayout" Target="/ppt/slideLayouts/slideLayout3.xml" Id="Rf5f97341b72a484f" /><Relationship Type="http://schemas.openxmlformats.org/officeDocument/2006/relationships/slideLayout" Target="/ppt/slideLayouts/slideLayout4.xml" Id="R2dca10b29c514bed" /><Relationship Type="http://schemas.openxmlformats.org/officeDocument/2006/relationships/slideLayout" Target="/ppt/slideLayouts/slideLayout5.xml" Id="Ra68b02d2e42545a1" /><Relationship Type="http://schemas.openxmlformats.org/officeDocument/2006/relationships/slideLayout" Target="/ppt/slideLayouts/slideLayout6.xml" Id="Ra9ab3965200f46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3f736111554124"/>
    <p:sldLayoutId xmlns:r="http://schemas.openxmlformats.org/officeDocument/2006/relationships" id="2147483650" r:id="R03f17007abbd4995"/>
    <p:sldLayoutId xmlns:r="http://schemas.openxmlformats.org/officeDocument/2006/relationships" id="2147483651" r:id="Rf5f97341b72a484f"/>
    <p:sldLayoutId xmlns:r="http://schemas.openxmlformats.org/officeDocument/2006/relationships" id="2147483652" r:id="R2dca10b29c514bed"/>
    <p:sldLayoutId xmlns:r="http://schemas.openxmlformats.org/officeDocument/2006/relationships" id="2147483653" r:id="Ra68b02d2e42545a1"/>
    <p:sldLayoutId xmlns:r="http://schemas.openxmlformats.org/officeDocument/2006/relationships" id="2147483654" r:id="Ra9ab3965200f46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b1ef136edc4074" /><Relationship Type="http://schemas.openxmlformats.org/officeDocument/2006/relationships/notesSlide" Target="/ppt/notesSlides/notesSlide1.xml" Id="R3eebeb5c5d7641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a922cbeabb432b" /><Relationship Type="http://schemas.openxmlformats.org/officeDocument/2006/relationships/image" Target="/ppt/media/image.png" Id="R3ed99981074a4c63" /><Relationship Type="http://schemas.openxmlformats.org/officeDocument/2006/relationships/image" Target="/ppt/media/image.svg" Id="R59996737f0384093" /><Relationship Type="http://schemas.openxmlformats.org/officeDocument/2006/relationships/notesSlide" Target="/ppt/notesSlides/notesSlide2.xml" Id="R414dd250d49844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4d22d065f640ff" /><Relationship Type="http://schemas.openxmlformats.org/officeDocument/2006/relationships/notesSlide" Target="/ppt/notesSlides/notesSlide3.xml" Id="Rd1591177eb3546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4e29803a49489c" /><Relationship Type="http://schemas.openxmlformats.org/officeDocument/2006/relationships/notesSlide" Target="/ppt/notesSlides/notesSlide4.xml" Id="R888f66d4ccbf45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ae465fde06422a" /><Relationship Type="http://schemas.openxmlformats.org/officeDocument/2006/relationships/image" Target="/ppt/media/image2.png" Id="Rc2801e6e9c3e4ee1" /><Relationship Type="http://schemas.openxmlformats.org/officeDocument/2006/relationships/image" Target="/ppt/media/image2.svg" Id="R2056d756f3d54811" /><Relationship Type="http://schemas.openxmlformats.org/officeDocument/2006/relationships/notesSlide" Target="/ppt/notesSlides/notesSlide5.xml" Id="R01356260d7474e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E8A12-EA23-4492-82FE-C99D5E9F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81F0B-91B7-41B4-A820-E1ED3CFE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"/>
            <a:ext cx="2075483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PROJECT / AUTHOR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F42E7-38C1-4966-82D6-CAD0CDBE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476375"/>
            <a:ext cx="4381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998F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852EE-01DE-4186-838C-AC4F6314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940" y="2903220"/>
            <a:ext cx="1888471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ISOLATED IMAGE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87B36-3CA8-4C49-9879-D58830A3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793" y="3252788"/>
            <a:ext cx="287476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TRANSPARENT BACKGROUND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C2547-24EE-4172-B3B9-0D621981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735" y="5394960"/>
            <a:ext cx="4038879" cy="668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4E4941"/>
                </a:solidFill>
                <a:latin typeface="Arial"/>
                <a:ea typeface="Arial"/>
                <a:cs typeface="Arial"/>
              </a:rPr>
              <a:t>PROJECT TITLE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CB017-3463-4049-8363-E9EA2F59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1905"/>
            <a:ext cx="17387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Short introduction.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8EFE1-BE51-4E34-88AC-0F0E64E3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8130"/>
            <a:ext cx="1832167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Scope and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D8B4F-D191-48A9-B2F3-8E0DD497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4355"/>
            <a:ext cx="1331109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Date / edition.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897DF-C78F-4EE4-BD15-26766E32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719245" y="3425130"/>
            <a:ext cx="4124204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E4941"/>
                </a:solidFill>
                <a:latin typeface="Arial"/>
                <a:ea typeface="Arial"/>
                <a:cs typeface="Arial"/>
              </a:rPr>
              <a:t>A CLEAR EDITORIAL STATEMENT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8F4F7-E147-46C4-94F4-35A29C03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1B0C1-56B6-4D38-AA4D-F4522C98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8423"/>
            <a:ext cx="1607227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L46 / New 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F1C58-1E80-48E2-A5CA-8C17F45D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510" y="6428423"/>
            <a:ext cx="2752990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FOLIO / ORIGINAL WIREFRAME</a:t>
            </a:r>
          </a:p>
        </p:txBody>
      </p:sp>
    </p:spTree>
    <p:extLst>
      <p:ext uri="{BB962C8B-B14F-4D97-AF65-F5344CB8AC3E}">
        <p14:creationId xmlns:p14="http://schemas.microsoft.com/office/powerpoint/2010/main" val="13101815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DA47A-D601-4F38-944B-571ED7DA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6D1BD-7753-41B0-959E-DF2CD8C2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86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9"/>
          </a:solidFill>
          <a:ln xmlns:a="http://schemas.openxmlformats.org/drawingml/2006/main" w="9525">
            <a:solidFill>
              <a:srgbClr val="9F998F"/>
            </a:solidFill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C9C55-2C6A-4B0E-AA6B-91AE51737D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99981074a4c63">
            <a:extLst>
              <a:ext uri="{96DAC541-7B7A-43D3-8B79-37D633B846F1}">
                <asvg:svgBlip xmlns:asvg="http://schemas.microsoft.com/office/drawing/2016/SVG/main" r:embed="R59996737f03840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54864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4BE63-EA51-4E67-81C5-C387C7E0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799" y="3214688"/>
            <a:ext cx="2128903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IMAGE / COLLAGE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CDB35-12BB-4866-9C38-FB624EE0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59130"/>
            <a:ext cx="1224707" cy="138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40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4E494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2845E-A21C-4F52-80AF-6885D2E1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29765"/>
            <a:ext cx="2743126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E4941"/>
                </a:solidFill>
                <a:latin typeface="Arial"/>
                <a:ea typeface="Arial"/>
                <a:cs typeface="Arial"/>
              </a:rPr>
              <a:t>CHAPTER TITLE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FC8B5-B1FE-4010-A5ED-FB064960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16530"/>
            <a:ext cx="207671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Introduce the chapter.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85DB2-085E-4117-9CA9-AD5718E8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92755"/>
            <a:ext cx="2857305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Keep the image group related.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6CCDD-A32C-4F2C-AD5B-4CC2710C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68980"/>
            <a:ext cx="3218185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Use a short supporting paragraph.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7C3A0-A9A0-45CE-81F9-C271BF19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86300"/>
            <a:ext cx="255710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AUTHOR / PROJECT / 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DF80F-A9EE-4845-8417-0200E7DA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248400"/>
            <a:ext cx="5629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D304A-63A6-4791-8026-B3B2E114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454140"/>
            <a:ext cx="1241078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L09-A / 4:5 image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25EA4-8074-46DC-94A6-CBDB9354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258" y="6471285"/>
            <a:ext cx="1364242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FOLIO / WIREFRAME</a:t>
            </a:r>
          </a:p>
        </p:txBody>
      </p:sp>
    </p:spTree>
    <p:extLst>
      <p:ext uri="{BB962C8B-B14F-4D97-AF65-F5344CB8AC3E}">
        <p14:creationId xmlns:p14="http://schemas.microsoft.com/office/powerpoint/2010/main" val="19809000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73AF4-E129-47F9-8ADF-D35C24F1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A0C1E-08A0-41B9-990F-0406A2AE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258840" y="2373390"/>
            <a:ext cx="226075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E4941"/>
                </a:solidFill>
                <a:latin typeface="Arial"/>
                <a:ea typeface="Arial"/>
                <a:cs typeface="Arial"/>
              </a:rPr>
              <a:t>PROJECT TITLE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AB582-2CF3-4DF3-B9FC-55BE62E0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55470"/>
            <a:ext cx="2275749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E4941"/>
                </a:solidFill>
                <a:latin typeface="Arial"/>
                <a:ea typeface="Arial"/>
                <a:cs typeface="Arial"/>
              </a:rPr>
              <a:t>SUBJECT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1601D-BEC9-4270-980B-5DB00B14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8405"/>
            <a:ext cx="1936942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Subject and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82DE7-A127-4367-A6B2-BF90EAF9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54630"/>
            <a:ext cx="2670777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One supporting observation.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0D91D-C0A5-4F1E-B239-41AA9FF2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30855"/>
            <a:ext cx="2157747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Credit / date / medium.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C587C-7237-4C6A-8C94-B90EEE17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285875"/>
            <a:ext cx="40005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998F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EA071-722A-4299-B896-2B0FD191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5440" y="3093720"/>
            <a:ext cx="1888471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ISOLATED IMAGE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E4B36-D785-4B23-B422-3E026190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293" y="3443288"/>
            <a:ext cx="287476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TRANSPARENT BACKGROUND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5B345-EE04-4E3F-B01C-BFAD9645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BBBF1-7BD1-4680-88A4-315DE08F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8423"/>
            <a:ext cx="2251509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L01-A / Variant of L01 / L33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AC40F-838D-4623-8747-E9F30DC7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510" y="6428423"/>
            <a:ext cx="2752990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FOLIO / ORIGINAL WIREFRAME</a:t>
            </a:r>
          </a:p>
        </p:txBody>
      </p:sp>
    </p:spTree>
    <p:extLst>
      <p:ext uri="{BB962C8B-B14F-4D97-AF65-F5344CB8AC3E}">
        <p14:creationId xmlns:p14="http://schemas.microsoft.com/office/powerpoint/2010/main" val="2261937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8403F-9D0F-41AA-8C7F-35EA1EC1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D8755-5917-40CB-9859-8DB8E1E3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3333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998F"/>
            </a:solidFill>
            <a:prstDash val="dash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62625-DC0B-44EE-A01E-7351C0F6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815" y="2974658"/>
            <a:ext cx="1888471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ISOLATED IMAGE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87F75-910E-4C6D-A51B-B08C5F84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668" y="3324225"/>
            <a:ext cx="2874764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TRANSPARENT BACKGROUND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03C73-A014-486F-B694-7A0F2E12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7418"/>
            <a:ext cx="1924217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E4941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0AC9B-0B97-4C5A-ACE4-168D84FA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4155"/>
            <a:ext cx="2006622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Describe one aspect.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135CC-3C66-4737-B4FD-E7F8DA7A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0380"/>
            <a:ext cx="234448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Connect it to the subject.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EB378-9F59-4783-AC2F-4B596F8E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6605"/>
            <a:ext cx="2170026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Keep the note concise.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501F4-8EA2-433E-A4BC-57E82B3F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97418"/>
            <a:ext cx="2295539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E4941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E34EA-E0E3-45CD-A05E-6BE8C3A5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64155"/>
            <a:ext cx="2228143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Explain another aspect.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2A55F-68BD-47F1-A598-777798CD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40380"/>
            <a:ext cx="1936942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State the conditions.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6A3E4-E6D8-4B4C-82BF-3F098DE0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16605"/>
            <a:ext cx="2484658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Separate fact and opinion.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70940-45D9-4132-B085-4AB92461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828" y="5488305"/>
            <a:ext cx="3088444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SUBJECT / MEDIUM /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0FFF6-5C6B-48BE-99E2-BEFBE660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67B9A-BC05-4E1D-B2A7-A40CB3A7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8423"/>
            <a:ext cx="1607227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L47 / New 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56195-FB58-42FA-B188-897C7E93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510" y="6428423"/>
            <a:ext cx="2752990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FOLIO / ORIGINAL WIREFRAME</a:t>
            </a:r>
          </a:p>
        </p:txBody>
      </p:sp>
    </p:spTree>
    <p:extLst>
      <p:ext uri="{BB962C8B-B14F-4D97-AF65-F5344CB8AC3E}">
        <p14:creationId xmlns:p14="http://schemas.microsoft.com/office/powerpoint/2010/main" val="5863953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16CFF-FE81-4389-83C4-7B9B91E2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C2317-ADB4-445D-A5B0-BE2F713F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8229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9"/>
          </a:solidFill>
          <a:ln xmlns:a="http://schemas.openxmlformats.org/drawingml/2006/main" w="9525">
            <a:solidFill>
              <a:srgbClr val="9F998F"/>
            </a:solidFill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5B008-68A2-49BC-8C68-2E5E3A45A4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01e6e9c3e4ee1">
            <a:extLst>
              <a:ext uri="{96DAC541-7B7A-43D3-8B79-37D633B846F1}">
                <asvg:svgBlip xmlns:asvg="http://schemas.microsoft.com/office/drawing/2016/SVG/main" r:embed="R2056d756f3d548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62400" y="0"/>
            <a:ext cx="82296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825D9-F07B-44F4-A8DA-6F302F78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558" y="3214688"/>
            <a:ext cx="3769384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DETAIL CROP / FOCAL SUBJECT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4F942-6FC9-43ED-885B-D926C82B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6755"/>
            <a:ext cx="1224707" cy="138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40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40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4E494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14359-E893-4000-886A-652531E6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0740"/>
            <a:ext cx="199173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E4941"/>
                </a:solidFill>
                <a:latin typeface="Arial"/>
                <a:ea typeface="Arial"/>
                <a:cs typeface="Arial"/>
              </a:rPr>
              <a:t>CHAPTER TITLE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900AD-EB7A-43FE-A45D-750F4A4E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8445"/>
            <a:ext cx="1544064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Introduce the detail.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4B288-2BC7-45C2-B4DC-668CE53E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4670"/>
            <a:ext cx="1686883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Relate it to the whole.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B9B93-4663-4ACB-ABEB-B83CD469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0895"/>
            <a:ext cx="1886964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Preserve the focal point.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FCF68-C44A-4B56-993D-C7EF7A43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6320"/>
            <a:ext cx="2162389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FIGURE / SOURCE / 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4213C-943E-4EB8-8871-A5F59211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274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3F58F-3CC1-4D3E-8313-E9ABA5D1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4590"/>
            <a:ext cx="1241078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L09-B / 6:5 image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8FD3A-3C3F-4667-8B15-970FC049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658" y="6509385"/>
            <a:ext cx="1364242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E494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E4941"/>
                </a:solidFill>
                <a:latin typeface="Arial"/>
                <a:ea typeface="Arial"/>
                <a:cs typeface="Arial"/>
              </a:rPr>
              <a:t>FOLIO / WIREFRAME</a:t>
            </a:r>
          </a:p>
        </p:txBody>
      </p:sp>
    </p:spTree>
    <p:extLst>
      <p:ext uri="{BB962C8B-B14F-4D97-AF65-F5344CB8AC3E}">
        <p14:creationId xmlns:p14="http://schemas.microsoft.com/office/powerpoint/2010/main" val="613941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2026-10-14T05:56:17.6510000Z</dcterms:created>
  <dcterms:modified xsi:type="dcterms:W3CDTF">2026-10-14T05:56:17.6510000Z</dcterms:modified>
</coreProperties>
</file>