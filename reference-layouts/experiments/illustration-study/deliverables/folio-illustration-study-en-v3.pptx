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8aa521ca4b4e1c" /><Relationship Type="http://schemas.openxmlformats.org/officeDocument/2006/relationships/extended-properties" Target="/docProps/app.xml" Id="Ra8a53cf64540447c" /><Relationship Type="http://schemas.openxmlformats.org/officeDocument/2006/relationships/officeDocument" Target="/ppt/presentation.xml" Id="R404695c14c384c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d893f293a240ed"/>
  </p:sldMasterIdLst>
  <p:notesMasterIdLst>
    <p:notesMasterId xmlns:r="http://schemas.openxmlformats.org/officeDocument/2006/relationships" r:id="R84cd8af05bc74052"/>
  </p:notesMasterIdLst>
  <p:sldIdLst>
    <p:sldId xmlns:r="http://schemas.openxmlformats.org/officeDocument/2006/relationships" id="256" r:id="R327fa0c35a1a4dae"/>
    <p:sldId xmlns:r="http://schemas.openxmlformats.org/officeDocument/2006/relationships" id="257" r:id="R384823bbdc1c4b60"/>
    <p:sldId xmlns:r="http://schemas.openxmlformats.org/officeDocument/2006/relationships" id="258" r:id="R12e539d4d27f4a57"/>
    <p:sldId xmlns:r="http://schemas.openxmlformats.org/officeDocument/2006/relationships" id="259" r:id="R0b21103a0e354229"/>
    <p:sldId xmlns:r="http://schemas.openxmlformats.org/officeDocument/2006/relationships" id="260" r:id="R7d15e6f4eb0640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3738cdaffe4397" /><Relationship Type="http://schemas.openxmlformats.org/officeDocument/2006/relationships/slideMaster" Target="/ppt/slideMasters/slideMaster1.xml" Id="Rcdd893f293a240ed" /><Relationship Type="http://schemas.openxmlformats.org/officeDocument/2006/relationships/notesMaster" Target="/ppt/notesMasters/notesMaster1.xml" Id="R84cd8af05bc74052" /><Relationship Type="http://schemas.openxmlformats.org/officeDocument/2006/relationships/presProps" Target="/ppt/presProps.xml" Id="Rcc537407a6d646ac" /><Relationship Type="http://schemas.openxmlformats.org/officeDocument/2006/relationships/tableStyles" Target="/ppt/tableStyles.xml" Id="R07312442a63f4e61" /><Relationship Type="http://schemas.openxmlformats.org/officeDocument/2006/relationships/slide" Target="/ppt/slides/slide1.xml" Id="R327fa0c35a1a4dae" /><Relationship Type="http://schemas.openxmlformats.org/officeDocument/2006/relationships/slide" Target="/ppt/slides/slide2.xml" Id="R384823bbdc1c4b60" /><Relationship Type="http://schemas.openxmlformats.org/officeDocument/2006/relationships/slide" Target="/ppt/slides/slide3.xml" Id="R12e539d4d27f4a57" /><Relationship Type="http://schemas.openxmlformats.org/officeDocument/2006/relationships/slide" Target="/ppt/slides/slide4.xml" Id="R0b21103a0e354229" /><Relationship Type="http://schemas.openxmlformats.org/officeDocument/2006/relationships/slide" Target="/ppt/slides/slide5.xml" Id="R7d15e6f4eb0640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47452305cf44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83fb99a6a34022" /><Relationship Type="http://schemas.openxmlformats.org/officeDocument/2006/relationships/notesMaster" Target="/ppt/notesMasters/notesMaster1.xml" Id="Rbb5226900fe246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f48582772345fd" /><Relationship Type="http://schemas.openxmlformats.org/officeDocument/2006/relationships/notesMaster" Target="/ppt/notesMasters/notesMaster1.xml" Id="R503ef5bb76af4f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76ea1074884785" /><Relationship Type="http://schemas.openxmlformats.org/officeDocument/2006/relationships/notesMaster" Target="/ppt/notesMasters/notesMaster1.xml" Id="R2e360c016d6e43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b51cb2c61c4c59" /><Relationship Type="http://schemas.openxmlformats.org/officeDocument/2006/relationships/notesMaster" Target="/ppt/notesMasters/notesMaster1.xml" Id="R8a3e9fc7ed7745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570232a99f47d2" /><Relationship Type="http://schemas.openxmlformats.org/officeDocument/2006/relationships/notesMaster" Target="/ppt/notesMasters/notesMaster1.xml" Id="Rb1c245393ded4f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L46: Central subject and sideways statement. Original wireframe; image regions and copy are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L09-A: Image-led chapter opener. Original wireframe; image regions and copy are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L01-A: Sideways title and isolated subject. Original wireframe; image regions and copy are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L47: Central subject and paired annotations. Original wireframe; image regions and copy are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L09-B: Chapter rail and edge-cropped image. Original wireframe; image regions and copy are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af89f993a47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8340b787f4d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0ee0c313340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712a938e84e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6a66482154a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bd6aea21143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B425FA-0E76-42B8-9109-DC73075DF6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AF1BFC-821D-49EF-BAA5-9B1EC2E5FC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355395F-6F81-4E99-8E45-B904898993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0F9F3B-AC97-48A6-A80D-263D34C630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766DE1-A023-4934-B5AB-A51D83BBA1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642B1E-F230-4694-9C42-349BDDFB99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93F7C5-8783-455F-8FA5-0147F67562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2A4EA8-D6D9-4C39-B179-C8D1DC5724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C114C2-7325-41EA-8AE1-A4C2CF0D7E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6A4D29-137F-45DE-B823-64D0F9D292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1623e668f04497" /><Relationship Type="http://schemas.openxmlformats.org/officeDocument/2006/relationships/slideLayout" Target="/ppt/slideLayouts/slideLayout1.xml" Id="Rf7b653904d954b92" /><Relationship Type="http://schemas.openxmlformats.org/officeDocument/2006/relationships/slideLayout" Target="/ppt/slideLayouts/slideLayout2.xml" Id="R15b3d72731ed4baf" /><Relationship Type="http://schemas.openxmlformats.org/officeDocument/2006/relationships/slideLayout" Target="/ppt/slideLayouts/slideLayout3.xml" Id="R7edb49d48d1849f8" /><Relationship Type="http://schemas.openxmlformats.org/officeDocument/2006/relationships/slideLayout" Target="/ppt/slideLayouts/slideLayout4.xml" Id="R3e83174645174a83" /><Relationship Type="http://schemas.openxmlformats.org/officeDocument/2006/relationships/slideLayout" Target="/ppt/slideLayouts/slideLayout5.xml" Id="R2ca7c5b30b134e7d" /><Relationship Type="http://schemas.openxmlformats.org/officeDocument/2006/relationships/slideLayout" Target="/ppt/slideLayouts/slideLayout6.xml" Id="Rff36a3c949b14c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b653904d954b92"/>
    <p:sldLayoutId xmlns:r="http://schemas.openxmlformats.org/officeDocument/2006/relationships" id="2147483650" r:id="R15b3d72731ed4baf"/>
    <p:sldLayoutId xmlns:r="http://schemas.openxmlformats.org/officeDocument/2006/relationships" id="2147483651" r:id="R7edb49d48d1849f8"/>
    <p:sldLayoutId xmlns:r="http://schemas.openxmlformats.org/officeDocument/2006/relationships" id="2147483652" r:id="R3e83174645174a83"/>
    <p:sldLayoutId xmlns:r="http://schemas.openxmlformats.org/officeDocument/2006/relationships" id="2147483653" r:id="R2ca7c5b30b134e7d"/>
    <p:sldLayoutId xmlns:r="http://schemas.openxmlformats.org/officeDocument/2006/relationships" id="2147483654" r:id="Rff36a3c949b14c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721e3e0f84e2e" /><Relationship Type="http://schemas.openxmlformats.org/officeDocument/2006/relationships/notesSlide" Target="/ppt/notesSlides/notesSlide1.xml" Id="R8cafc677628b46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1483917f244d0" /><Relationship Type="http://schemas.openxmlformats.org/officeDocument/2006/relationships/image" Target="/ppt/media/image.png" Id="R370b0ba932dd4da8" /><Relationship Type="http://schemas.openxmlformats.org/officeDocument/2006/relationships/image" Target="/ppt/media/image.svg" Id="R3f9478f627954e6c" /><Relationship Type="http://schemas.openxmlformats.org/officeDocument/2006/relationships/notesSlide" Target="/ppt/notesSlides/notesSlide2.xml" Id="R93b2fb3cee0543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553322612401f" /><Relationship Type="http://schemas.openxmlformats.org/officeDocument/2006/relationships/notesSlide" Target="/ppt/notesSlides/notesSlide3.xml" Id="R4ed40ce19f1545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17adccdf334dc3" /><Relationship Type="http://schemas.openxmlformats.org/officeDocument/2006/relationships/notesSlide" Target="/ppt/notesSlides/notesSlide4.xml" Id="R0a57f40642aa41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df17db9d74888" /><Relationship Type="http://schemas.openxmlformats.org/officeDocument/2006/relationships/image" Target="/ppt/media/image2.png" Id="Rd6d5c54e69e141cd" /><Relationship Type="http://schemas.openxmlformats.org/officeDocument/2006/relationships/image" Target="/ppt/media/image2.svg" Id="R0b445117329742fd" /><Relationship Type="http://schemas.openxmlformats.org/officeDocument/2006/relationships/notesSlide" Target="/ppt/notesSlides/notesSlide5.xml" Id="R7ab95ca13f9048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82F00-C3F2-47C4-A213-04589F87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1514E-749A-49FD-A577-1D4E3750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"/>
            <a:ext cx="2075483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PROJECT / AUTHOR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4F73F-9E16-4B29-B5E7-9E8F45C5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476375"/>
            <a:ext cx="4381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998F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5B4D6-B0F5-4E36-B609-1875A3CF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940" y="2903220"/>
            <a:ext cx="1888471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ISOLATED 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6F9D8-6BDA-46FD-AE1E-6A385765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793" y="3252788"/>
            <a:ext cx="287476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TRANSPARENT BACKGROUND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36DD7-EE5F-413D-B106-BC9A2DFF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735" y="5394960"/>
            <a:ext cx="4038879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PROJECT TITLE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63595-180E-4689-928C-B1B0CE34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1905"/>
            <a:ext cx="17387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Short introduction.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C4DC0-34E5-479A-9758-BCD502ED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8130"/>
            <a:ext cx="1832167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Scope and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42304-059C-4F1C-8047-70353E1B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4355"/>
            <a:ext cx="1331109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Date / edition.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EF8CA-25C4-4DA4-885B-F2A06325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719245" y="3425130"/>
            <a:ext cx="4124204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A CLEAR EDITORIAL STATEMENT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0DCE4-3137-468F-B8D0-41512833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3AA1A-532B-4316-BBFF-644F4A99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8423"/>
            <a:ext cx="1607227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L46 / New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649BD-181C-4D12-A109-A723045D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510" y="6428423"/>
            <a:ext cx="2752990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FOLIO / ORIGINAL WIREFRAME</a:t>
            </a:r>
          </a:p>
        </p:txBody>
      </p:sp>
    </p:spTree>
    <p:extLst>
      <p:ext uri="{BB962C8B-B14F-4D97-AF65-F5344CB8AC3E}">
        <p14:creationId xmlns:p14="http://schemas.microsoft.com/office/powerpoint/2010/main" val="1802311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AA926-3475-4662-9762-3301FA9E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16EEA-3262-42B0-A860-60C4A5EC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95875" cy="585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9"/>
          </a:solidFill>
          <a:ln xmlns:a="http://schemas.openxmlformats.org/drawingml/2006/main" w="9525">
            <a:solidFill>
              <a:srgbClr val="9F998F"/>
            </a:solidFill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CF091-099A-42C3-B90B-AF5D5522F5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b0ba932dd4da8">
            <a:extLst>
              <a:ext uri="{96DAC541-7B7A-43D3-8B79-37D633B846F1}">
                <asvg:svgBlip xmlns:asvg="http://schemas.microsoft.com/office/drawing/2016/SVG/main" r:embed="R3f9478f627954e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5095875" cy="5857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07039-6F4B-4EBD-9C3F-B5CCCDF1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536" y="2714625"/>
            <a:ext cx="2128903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IMAGE / COLLAGE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19F71-AC5B-42C4-AE4E-88B00978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59130"/>
            <a:ext cx="1224707" cy="138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4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94321-09E3-490A-A5E2-6D9F972C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29765"/>
            <a:ext cx="2743126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CHAPTER TITLE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0D5D0-052E-4CB2-BE43-E4C48CC9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16530"/>
            <a:ext cx="207671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Introduce the chapter.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3FD28-6ED2-4908-B25A-8D47FFF7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92755"/>
            <a:ext cx="2857305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Keep the image group related.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0B8E7-0541-4316-A0D4-7C9DA799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68980"/>
            <a:ext cx="3218185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Use a short supporting paragraph.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E24D6-25FA-4D8D-810E-D65B47A7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86300"/>
            <a:ext cx="255710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AUTHOR / PROJECT / 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0340D-BD7A-4292-A3B2-0C803508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2774F-DC68-4FCE-810D-9529446C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8423"/>
            <a:ext cx="1798718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L09-A / Variant of L09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B9EE6-2F47-4814-AB74-671EDB2A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510" y="6428423"/>
            <a:ext cx="2752990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FOLIO / ORIGINAL WIREFRAME</a:t>
            </a:r>
          </a:p>
        </p:txBody>
      </p:sp>
    </p:spTree>
    <p:extLst>
      <p:ext uri="{BB962C8B-B14F-4D97-AF65-F5344CB8AC3E}">
        <p14:creationId xmlns:p14="http://schemas.microsoft.com/office/powerpoint/2010/main" val="1480216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7E762-39DC-4009-A895-47A2D64D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53BD8-077A-406C-BDDE-18258D40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258840" y="2373390"/>
            <a:ext cx="226075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PROJECT TITLE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CE2E2-9A0B-4243-A8D6-DE313B58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55470"/>
            <a:ext cx="2275749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SUBJECT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4A48F-FF7C-43D5-A542-9934FAC1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8405"/>
            <a:ext cx="1936942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Subject and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FC2C9-2D2C-4D5A-9629-391AB42F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54630"/>
            <a:ext cx="2670777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One supporting observation.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E28FB-E2F8-47B2-BC32-A6F8EAF9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30855"/>
            <a:ext cx="2157747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Credit / date / medium.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0B9A3-78C8-4960-A369-E8405AF2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285875"/>
            <a:ext cx="4000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998F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8071A-BBF7-4986-8365-46F2362D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440" y="3093720"/>
            <a:ext cx="1888471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ISOLATED 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5DFF2-5A48-46CA-9AD1-6D8C7F24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293" y="3443288"/>
            <a:ext cx="287476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TRANSPARENT BACKGROUND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8E888-5589-4B87-AD2D-C150F9C8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A99AE-4971-4B44-A82A-AD15DE4F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8423"/>
            <a:ext cx="2251509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L01-A / Variant of L01 / L33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19F80-8097-4EDC-810F-60DD0C5E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510" y="6428423"/>
            <a:ext cx="2752990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FOLIO / ORIGINAL WIREFRAME</a:t>
            </a:r>
          </a:p>
        </p:txBody>
      </p:sp>
    </p:spTree>
    <p:extLst>
      <p:ext uri="{BB962C8B-B14F-4D97-AF65-F5344CB8AC3E}">
        <p14:creationId xmlns:p14="http://schemas.microsoft.com/office/powerpoint/2010/main" val="814964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90D9A-F01C-4AD2-A979-47DBC965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827E9-3FEA-496D-BC5F-FB731E70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333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998F"/>
            </a:solidFill>
            <a:prstDash val="dash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98C22-86E4-44AC-BF40-32F2A2AA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815" y="2974658"/>
            <a:ext cx="1888471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ISOLATED IMAGE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5463D-66AF-4176-9809-4E21CE34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668" y="3324225"/>
            <a:ext cx="287476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TRANSPARENT BACKGROUND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7FFBD-026F-42B4-A10E-C3E5D3C0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7418"/>
            <a:ext cx="1924217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4D50C-F998-44ED-BBC7-4AE7A87F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4155"/>
            <a:ext cx="2006622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Describe one aspect.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5B330-1BDB-4A2B-9A0C-32A6FA98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0380"/>
            <a:ext cx="234448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Connect it to the subject.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C17B0-C65D-41DA-8C67-843C272C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6605"/>
            <a:ext cx="2170026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Keep the note concise.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38AAB-2899-417A-99D0-26E6F4A0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97418"/>
            <a:ext cx="2295539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BE785-9CA3-4389-B108-02114912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64155"/>
            <a:ext cx="2228143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Explain another aspect.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404DE-4B00-45E3-9D64-4A8C0369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40380"/>
            <a:ext cx="1936942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State the conditions.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39926-A894-4F44-A710-4C726C1E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16605"/>
            <a:ext cx="2484658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Separate fact and opinion.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B7960-5656-474F-AC66-9D4C504C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28" y="5488305"/>
            <a:ext cx="3088444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SUBJECT / MEDIUM /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137C2-A630-4A20-8966-0B5C3622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986A2-4626-4D62-A05A-7839AF9F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8423"/>
            <a:ext cx="1607227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L47 / New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03E3D-9FDB-4806-9D3A-57DC1AA2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510" y="6428423"/>
            <a:ext cx="2752990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FOLIO / ORIGINAL WIREFRAME</a:t>
            </a:r>
          </a:p>
        </p:txBody>
      </p:sp>
    </p:spTree>
    <p:extLst>
      <p:ext uri="{BB962C8B-B14F-4D97-AF65-F5344CB8AC3E}">
        <p14:creationId xmlns:p14="http://schemas.microsoft.com/office/powerpoint/2010/main" val="19196078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1B3FB-43ED-4CC9-B263-1E2C7901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D1E82-D4A9-4756-ABD0-6981BA28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7620000" cy="604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9"/>
          </a:solidFill>
          <a:ln xmlns:a="http://schemas.openxmlformats.org/drawingml/2006/main" w="9525">
            <a:solidFill>
              <a:srgbClr val="9F998F"/>
            </a:solidFill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873E0-80AF-4DD8-9EDA-C49F6B254E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5c54e69e141cd">
            <a:extLst>
              <a:ext uri="{96DAC541-7B7A-43D3-8B79-37D633B846F1}">
                <asvg:svgBlip xmlns:asvg="http://schemas.microsoft.com/office/drawing/2016/SVG/main" r:embed="R0b445117329742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0" y="0"/>
            <a:ext cx="7620000" cy="6048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2F67D-DB3C-46AB-BCBE-182FC9B4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358" y="2809875"/>
            <a:ext cx="3769384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DETAIL CROP / FOCAL SUBJECT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B1DE2-946D-4593-8024-DD08BBFD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6755"/>
            <a:ext cx="1224707" cy="138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4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1F10E-DBE2-4BAB-896B-EED0E12A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9305"/>
            <a:ext cx="2442567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CHAPTER TITLE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03D23-B22B-48A5-95A3-233B8408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4155"/>
            <a:ext cx="1878723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Introduce the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6B790-3C10-432F-B2BD-7F1673ED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0380"/>
            <a:ext cx="2973437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Identify its relation to the whole.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E19C0-8672-4FFD-A4D6-B461D95A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6605"/>
            <a:ext cx="3019992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Preserve the subject focal point.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6F2E6-D607-4588-8178-EE1DF780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39842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FIGURE / SOURCE / 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6603B-8F71-4D72-AFAC-54D5DB3B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46E4B-D922-4F6D-989E-D0A64963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8423"/>
            <a:ext cx="2704300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L09-B / Variant of L09 / L26 / L32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B9B10-70C8-4F91-A3E7-335B2455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510" y="6428423"/>
            <a:ext cx="2752990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FOLIO / ORIGINAL WIREFRAME</a:t>
            </a:r>
          </a:p>
        </p:txBody>
      </p:sp>
    </p:spTree>
    <p:extLst>
      <p:ext uri="{BB962C8B-B14F-4D97-AF65-F5344CB8AC3E}">
        <p14:creationId xmlns:p14="http://schemas.microsoft.com/office/powerpoint/2010/main" val="1156717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2026-10-13T09:04:16.6280000Z</dcterms:created>
  <dcterms:modified xsi:type="dcterms:W3CDTF">2026-10-13T09:04:16.6280000Z</dcterms:modified>
</coreProperties>
</file>