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1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9486271ce646cb" /><Relationship Type="http://schemas.openxmlformats.org/officeDocument/2006/relationships/extended-properties" Target="/docProps/app.xml" Id="Rdba3f09f1d944fcb" /><Relationship Type="http://schemas.openxmlformats.org/officeDocument/2006/relationships/officeDocument" Target="/ppt/presentation.xml" Id="Rf09b11d43b5049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75fbb832e448e8"/>
  </p:sldMasterIdLst>
  <p:notesMasterIdLst>
    <p:notesMasterId xmlns:r="http://schemas.openxmlformats.org/officeDocument/2006/relationships" r:id="R925b6bc58412484e"/>
  </p:notesMasterIdLst>
  <p:sldIdLst>
    <p:sldId xmlns:r="http://schemas.openxmlformats.org/officeDocument/2006/relationships" id="256" r:id="Re1324cc78f8942c7"/>
    <p:sldId xmlns:r="http://schemas.openxmlformats.org/officeDocument/2006/relationships" id="257" r:id="Re62a07274df54f95"/>
    <p:sldId xmlns:r="http://schemas.openxmlformats.org/officeDocument/2006/relationships" id="258" r:id="R523e0d14b1694207"/>
    <p:sldId xmlns:r="http://schemas.openxmlformats.org/officeDocument/2006/relationships" id="259" r:id="R62876954467e43c6"/>
    <p:sldId xmlns:r="http://schemas.openxmlformats.org/officeDocument/2006/relationships" id="260" r:id="Rf836913263b44f57"/>
    <p:sldId xmlns:r="http://schemas.openxmlformats.org/officeDocument/2006/relationships" id="261" r:id="Rb276cd67ca5a4b31"/>
    <p:sldId xmlns:r="http://schemas.openxmlformats.org/officeDocument/2006/relationships" id="262" r:id="Re14d1a9ddcaa4b46"/>
    <p:sldId xmlns:r="http://schemas.openxmlformats.org/officeDocument/2006/relationships" id="263" r:id="Rcb1bf302b7544f49"/>
    <p:sldId xmlns:r="http://schemas.openxmlformats.org/officeDocument/2006/relationships" id="264" r:id="Refb12ea0b00b437a"/>
    <p:sldId xmlns:r="http://schemas.openxmlformats.org/officeDocument/2006/relationships" id="265" r:id="R83156abb298743d6"/>
    <p:sldId xmlns:r="http://schemas.openxmlformats.org/officeDocument/2006/relationships" id="266" r:id="R9925ad13b6c2459a"/>
    <p:sldId xmlns:r="http://schemas.openxmlformats.org/officeDocument/2006/relationships" id="267" r:id="Rc48852b73f184c36"/>
    <p:sldId xmlns:r="http://schemas.openxmlformats.org/officeDocument/2006/relationships" id="268" r:id="R591ac548aabd4a6f"/>
    <p:sldId xmlns:r="http://schemas.openxmlformats.org/officeDocument/2006/relationships" id="269" r:id="R05cd6363ca2e4725"/>
    <p:sldId xmlns:r="http://schemas.openxmlformats.org/officeDocument/2006/relationships" id="270" r:id="R057b314010f6468d"/>
    <p:sldId xmlns:r="http://schemas.openxmlformats.org/officeDocument/2006/relationships" id="271" r:id="Rdd63dc77742d4170"/>
    <p:sldId xmlns:r="http://schemas.openxmlformats.org/officeDocument/2006/relationships" id="272" r:id="R918a93506bf8436d"/>
    <p:sldId xmlns:r="http://schemas.openxmlformats.org/officeDocument/2006/relationships" id="273" r:id="R2a18a514864a4dc7"/>
    <p:sldId xmlns:r="http://schemas.openxmlformats.org/officeDocument/2006/relationships" id="274" r:id="Rf9ce27bf14984937"/>
    <p:sldId xmlns:r="http://schemas.openxmlformats.org/officeDocument/2006/relationships" id="275" r:id="R0f32d4f3b4f14441"/>
    <p:sldId xmlns:r="http://schemas.openxmlformats.org/officeDocument/2006/relationships" id="276" r:id="R896b9a4273ec42a6"/>
    <p:sldId xmlns:r="http://schemas.openxmlformats.org/officeDocument/2006/relationships" id="277" r:id="R8ca2b52ffa3e45aa"/>
    <p:sldId xmlns:r="http://schemas.openxmlformats.org/officeDocument/2006/relationships" id="278" r:id="Rb1531a2ecfa14a70"/>
    <p:sldId xmlns:r="http://schemas.openxmlformats.org/officeDocument/2006/relationships" id="279" r:id="R5f04f4e3826b46be"/>
    <p:sldId xmlns:r="http://schemas.openxmlformats.org/officeDocument/2006/relationships" id="280" r:id="Re7acfd1e9eef4f91"/>
    <p:sldId xmlns:r="http://schemas.openxmlformats.org/officeDocument/2006/relationships" id="281" r:id="R3aa39d6c67084c31"/>
    <p:sldId xmlns:r="http://schemas.openxmlformats.org/officeDocument/2006/relationships" id="282" r:id="Rea37f9d009024255"/>
    <p:sldId xmlns:r="http://schemas.openxmlformats.org/officeDocument/2006/relationships" id="283" r:id="R1b52663faaec45a8"/>
    <p:sldId xmlns:r="http://schemas.openxmlformats.org/officeDocument/2006/relationships" id="284" r:id="R2dfcbaf1bbad41a3"/>
    <p:sldId xmlns:r="http://schemas.openxmlformats.org/officeDocument/2006/relationships" id="285" r:id="Ra725f3af5b2a463a"/>
    <p:sldId xmlns:r="http://schemas.openxmlformats.org/officeDocument/2006/relationships" id="286" r:id="R6d09c8452b644e89"/>
    <p:sldId xmlns:r="http://schemas.openxmlformats.org/officeDocument/2006/relationships" id="287" r:id="R803c15b50bc741c7"/>
    <p:sldId xmlns:r="http://schemas.openxmlformats.org/officeDocument/2006/relationships" id="288" r:id="R6f5c48d649fe4249"/>
    <p:sldId xmlns:r="http://schemas.openxmlformats.org/officeDocument/2006/relationships" id="289" r:id="R1c2e3fcf8b2241be"/>
    <p:sldId xmlns:r="http://schemas.openxmlformats.org/officeDocument/2006/relationships" id="290" r:id="R783aeb33a794484d"/>
    <p:sldId xmlns:r="http://schemas.openxmlformats.org/officeDocument/2006/relationships" id="291" r:id="Rc29f11adbc404862"/>
    <p:sldId xmlns:r="http://schemas.openxmlformats.org/officeDocument/2006/relationships" id="292" r:id="R50c5fe35af5c4a50"/>
    <p:sldId xmlns:r="http://schemas.openxmlformats.org/officeDocument/2006/relationships" id="293" r:id="R39d8150d715a4121"/>
    <p:sldId xmlns:r="http://schemas.openxmlformats.org/officeDocument/2006/relationships" id="294" r:id="R25b93eeb07e549ab"/>
    <p:sldId xmlns:r="http://schemas.openxmlformats.org/officeDocument/2006/relationships" id="295" r:id="R2d635147106c4274"/>
    <p:sldId xmlns:r="http://schemas.openxmlformats.org/officeDocument/2006/relationships" id="296" r:id="Rb9e4e1f40fad4806"/>
    <p:sldId xmlns:r="http://schemas.openxmlformats.org/officeDocument/2006/relationships" id="297" r:id="R285e4fcf6aeb4fec"/>
    <p:sldId xmlns:r="http://schemas.openxmlformats.org/officeDocument/2006/relationships" id="298" r:id="Rbcf9c2ee8b684a35"/>
    <p:sldId xmlns:r="http://schemas.openxmlformats.org/officeDocument/2006/relationships" id="299" r:id="R20745c0cef804817"/>
    <p:sldId xmlns:r="http://schemas.openxmlformats.org/officeDocument/2006/relationships" id="300" r:id="Rc765aef96f8d4f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bf9480da20415a" /><Relationship Type="http://schemas.openxmlformats.org/officeDocument/2006/relationships/slideMaster" Target="/ppt/slideMasters/slideMaster1.xml" Id="Rb775fbb832e448e8" /><Relationship Type="http://schemas.openxmlformats.org/officeDocument/2006/relationships/notesMaster" Target="/ppt/notesMasters/notesMaster1.xml" Id="R925b6bc58412484e" /><Relationship Type="http://schemas.openxmlformats.org/officeDocument/2006/relationships/presProps" Target="/ppt/presProps.xml" Id="Rb5982bdcd7f0476f" /><Relationship Type="http://schemas.openxmlformats.org/officeDocument/2006/relationships/tableStyles" Target="/ppt/tableStyles.xml" Id="R0164542cc6b44d81" /><Relationship Type="http://schemas.openxmlformats.org/officeDocument/2006/relationships/slide" Target="/ppt/slides/slide1.xml" Id="Re1324cc78f8942c7" /><Relationship Type="http://schemas.openxmlformats.org/officeDocument/2006/relationships/slide" Target="/ppt/slides/slide2.xml" Id="Re62a07274df54f95" /><Relationship Type="http://schemas.openxmlformats.org/officeDocument/2006/relationships/slide" Target="/ppt/slides/slide3.xml" Id="R523e0d14b1694207" /><Relationship Type="http://schemas.openxmlformats.org/officeDocument/2006/relationships/slide" Target="/ppt/slides/slide4.xml" Id="R62876954467e43c6" /><Relationship Type="http://schemas.openxmlformats.org/officeDocument/2006/relationships/slide" Target="/ppt/slides/slide5.xml" Id="Rf836913263b44f57" /><Relationship Type="http://schemas.openxmlformats.org/officeDocument/2006/relationships/slide" Target="/ppt/slides/slide6.xml" Id="Rb276cd67ca5a4b31" /><Relationship Type="http://schemas.openxmlformats.org/officeDocument/2006/relationships/slide" Target="/ppt/slides/slide7.xml" Id="Re14d1a9ddcaa4b46" /><Relationship Type="http://schemas.openxmlformats.org/officeDocument/2006/relationships/slide" Target="/ppt/slides/slide8.xml" Id="Rcb1bf302b7544f49" /><Relationship Type="http://schemas.openxmlformats.org/officeDocument/2006/relationships/slide" Target="/ppt/slides/slide9.xml" Id="Refb12ea0b00b437a" /><Relationship Type="http://schemas.openxmlformats.org/officeDocument/2006/relationships/slide" Target="/ppt/slides/slide10.xml" Id="R83156abb298743d6" /><Relationship Type="http://schemas.openxmlformats.org/officeDocument/2006/relationships/slide" Target="/ppt/slides/slide11.xml" Id="R9925ad13b6c2459a" /><Relationship Type="http://schemas.openxmlformats.org/officeDocument/2006/relationships/slide" Target="/ppt/slides/slide12.xml" Id="Rc48852b73f184c36" /><Relationship Type="http://schemas.openxmlformats.org/officeDocument/2006/relationships/slide" Target="/ppt/slides/slide13.xml" Id="R591ac548aabd4a6f" /><Relationship Type="http://schemas.openxmlformats.org/officeDocument/2006/relationships/slide" Target="/ppt/slides/slide14.xml" Id="R05cd6363ca2e4725" /><Relationship Type="http://schemas.openxmlformats.org/officeDocument/2006/relationships/slide" Target="/ppt/slides/slide15.xml" Id="R057b314010f6468d" /><Relationship Type="http://schemas.openxmlformats.org/officeDocument/2006/relationships/slide" Target="/ppt/slides/slide16.xml" Id="Rdd63dc77742d4170" /><Relationship Type="http://schemas.openxmlformats.org/officeDocument/2006/relationships/slide" Target="/ppt/slides/slide17.xml" Id="R918a93506bf8436d" /><Relationship Type="http://schemas.openxmlformats.org/officeDocument/2006/relationships/slide" Target="/ppt/slides/slide18.xml" Id="R2a18a514864a4dc7" /><Relationship Type="http://schemas.openxmlformats.org/officeDocument/2006/relationships/slide" Target="/ppt/slides/slide19.xml" Id="Rf9ce27bf14984937" /><Relationship Type="http://schemas.openxmlformats.org/officeDocument/2006/relationships/slide" Target="/ppt/slides/slide20.xml" Id="R0f32d4f3b4f14441" /><Relationship Type="http://schemas.openxmlformats.org/officeDocument/2006/relationships/slide" Target="/ppt/slides/slide21.xml" Id="R896b9a4273ec42a6" /><Relationship Type="http://schemas.openxmlformats.org/officeDocument/2006/relationships/slide" Target="/ppt/slides/slide22.xml" Id="R8ca2b52ffa3e45aa" /><Relationship Type="http://schemas.openxmlformats.org/officeDocument/2006/relationships/slide" Target="/ppt/slides/slide23.xml" Id="Rb1531a2ecfa14a70" /><Relationship Type="http://schemas.openxmlformats.org/officeDocument/2006/relationships/slide" Target="/ppt/slides/slide24.xml" Id="R5f04f4e3826b46be" /><Relationship Type="http://schemas.openxmlformats.org/officeDocument/2006/relationships/slide" Target="/ppt/slides/slide25.xml" Id="Re7acfd1e9eef4f91" /><Relationship Type="http://schemas.openxmlformats.org/officeDocument/2006/relationships/slide" Target="/ppt/slides/slide26.xml" Id="R3aa39d6c67084c31" /><Relationship Type="http://schemas.openxmlformats.org/officeDocument/2006/relationships/slide" Target="/ppt/slides/slide27.xml" Id="Rea37f9d009024255" /><Relationship Type="http://schemas.openxmlformats.org/officeDocument/2006/relationships/slide" Target="/ppt/slides/slide28.xml" Id="R1b52663faaec45a8" /><Relationship Type="http://schemas.openxmlformats.org/officeDocument/2006/relationships/slide" Target="/ppt/slides/slide29.xml" Id="R2dfcbaf1bbad41a3" /><Relationship Type="http://schemas.openxmlformats.org/officeDocument/2006/relationships/slide" Target="/ppt/slides/slide30.xml" Id="Ra725f3af5b2a463a" /><Relationship Type="http://schemas.openxmlformats.org/officeDocument/2006/relationships/slide" Target="/ppt/slides/slide31.xml" Id="R6d09c8452b644e89" /><Relationship Type="http://schemas.openxmlformats.org/officeDocument/2006/relationships/slide" Target="/ppt/slides/slide32.xml" Id="R803c15b50bc741c7" /><Relationship Type="http://schemas.openxmlformats.org/officeDocument/2006/relationships/slide" Target="/ppt/slides/slide33.xml" Id="R6f5c48d649fe4249" /><Relationship Type="http://schemas.openxmlformats.org/officeDocument/2006/relationships/slide" Target="/ppt/slides/slide34.xml" Id="R1c2e3fcf8b2241be" /><Relationship Type="http://schemas.openxmlformats.org/officeDocument/2006/relationships/slide" Target="/ppt/slides/slide35.xml" Id="R783aeb33a794484d" /><Relationship Type="http://schemas.openxmlformats.org/officeDocument/2006/relationships/slide" Target="/ppt/slides/slide36.xml" Id="Rc29f11adbc404862" /><Relationship Type="http://schemas.openxmlformats.org/officeDocument/2006/relationships/slide" Target="/ppt/slides/slide37.xml" Id="R50c5fe35af5c4a50" /><Relationship Type="http://schemas.openxmlformats.org/officeDocument/2006/relationships/slide" Target="/ppt/slides/slide38.xml" Id="R39d8150d715a4121" /><Relationship Type="http://schemas.openxmlformats.org/officeDocument/2006/relationships/slide" Target="/ppt/slides/slide39.xml" Id="R25b93eeb07e549ab" /><Relationship Type="http://schemas.openxmlformats.org/officeDocument/2006/relationships/slide" Target="/ppt/slides/slide40.xml" Id="R2d635147106c4274" /><Relationship Type="http://schemas.openxmlformats.org/officeDocument/2006/relationships/slide" Target="/ppt/slides/slide41.xml" Id="Rb9e4e1f40fad4806" /><Relationship Type="http://schemas.openxmlformats.org/officeDocument/2006/relationships/slide" Target="/ppt/slides/slide42.xml" Id="R285e4fcf6aeb4fec" /><Relationship Type="http://schemas.openxmlformats.org/officeDocument/2006/relationships/slide" Target="/ppt/slides/slide43.xml" Id="Rbcf9c2ee8b684a35" /><Relationship Type="http://schemas.openxmlformats.org/officeDocument/2006/relationships/slide" Target="/ppt/slides/slide44.xml" Id="R20745c0cef804817" /><Relationship Type="http://schemas.openxmlformats.org/officeDocument/2006/relationships/slide" Target="/ppt/slides/slide45.xml" Id="Rc765aef96f8d4f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dffa3368bd4a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2817dd7e4446f9" /><Relationship Type="http://schemas.openxmlformats.org/officeDocument/2006/relationships/notesMaster" Target="/ppt/notesMasters/notesMaster1.xml" Id="R009d6feaec3749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1eff89772d42bd" /><Relationship Type="http://schemas.openxmlformats.org/officeDocument/2006/relationships/notesMaster" Target="/ppt/notesMasters/notesMaster1.xml" Id="R7c062ac03c9346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f1d6a1a6e449cf" /><Relationship Type="http://schemas.openxmlformats.org/officeDocument/2006/relationships/notesMaster" Target="/ppt/notesMasters/notesMaster1.xml" Id="R61c483ef6afb4b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1576bd1e294db1" /><Relationship Type="http://schemas.openxmlformats.org/officeDocument/2006/relationships/notesMaster" Target="/ppt/notesMasters/notesMaster1.xml" Id="R8b4af317ef4940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09b2850a06490d" /><Relationship Type="http://schemas.openxmlformats.org/officeDocument/2006/relationships/notesMaster" Target="/ppt/notesMasters/notesMaster1.xml" Id="Rbd4bf61707b44f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09370e3c154617" /><Relationship Type="http://schemas.openxmlformats.org/officeDocument/2006/relationships/notesMaster" Target="/ppt/notesMasters/notesMaster1.xml" Id="Rfc5e86a2645d40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9e1932682427e" /><Relationship Type="http://schemas.openxmlformats.org/officeDocument/2006/relationships/notesMaster" Target="/ppt/notesMasters/notesMaster1.xml" Id="Rdc7465fdb20045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120a016917419b" /><Relationship Type="http://schemas.openxmlformats.org/officeDocument/2006/relationships/notesMaster" Target="/ppt/notesMasters/notesMaster1.xml" Id="Rbfb2a41dd83147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175f6642564eaa" /><Relationship Type="http://schemas.openxmlformats.org/officeDocument/2006/relationships/notesMaster" Target="/ppt/notesMasters/notesMaster1.xml" Id="R0f544f9a033944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742040503a4fa4" /><Relationship Type="http://schemas.openxmlformats.org/officeDocument/2006/relationships/notesMaster" Target="/ppt/notesMasters/notesMaster1.xml" Id="Rc03da1dfba9641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b32dab1b724dda" /><Relationship Type="http://schemas.openxmlformats.org/officeDocument/2006/relationships/notesMaster" Target="/ppt/notesMasters/notesMaster1.xml" Id="Rcd8a0b5d96d540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3f51153eb44c40" /><Relationship Type="http://schemas.openxmlformats.org/officeDocument/2006/relationships/notesMaster" Target="/ppt/notesMasters/notesMaster1.xml" Id="R5a9c542335c44b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f5ce17e8184c0b" /><Relationship Type="http://schemas.openxmlformats.org/officeDocument/2006/relationships/notesMaster" Target="/ppt/notesMasters/notesMaster1.xml" Id="Rb338bcabca0e4e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c6a1b70e964e92" /><Relationship Type="http://schemas.openxmlformats.org/officeDocument/2006/relationships/notesMaster" Target="/ppt/notesMasters/notesMaster1.xml" Id="R6ef692ee01324c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90002b6bd424ff5" /><Relationship Type="http://schemas.openxmlformats.org/officeDocument/2006/relationships/notesMaster" Target="/ppt/notesMasters/notesMaster1.xml" Id="R7e3b2735c99341b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ebf9e47a27405c" /><Relationship Type="http://schemas.openxmlformats.org/officeDocument/2006/relationships/notesMaster" Target="/ppt/notesMasters/notesMaster1.xml" Id="Rf1e2a4dc94f14ee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fa1f36dd394d77" /><Relationship Type="http://schemas.openxmlformats.org/officeDocument/2006/relationships/notesMaster" Target="/ppt/notesMasters/notesMaster1.xml" Id="R664768a051f44d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52ad85fb4d4422" /><Relationship Type="http://schemas.openxmlformats.org/officeDocument/2006/relationships/notesMaster" Target="/ppt/notesMasters/notesMaster1.xml" Id="R4da5f30c9b0047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79f6c4b5f1e4083" /><Relationship Type="http://schemas.openxmlformats.org/officeDocument/2006/relationships/notesMaster" Target="/ppt/notesMasters/notesMaster1.xml" Id="R8fd694db2e0e4ba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f7f089a74014a80" /><Relationship Type="http://schemas.openxmlformats.org/officeDocument/2006/relationships/notesMaster" Target="/ppt/notesMasters/notesMaster1.xml" Id="Rbee78f9cbb564fe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d13405ffa2a4a52" /><Relationship Type="http://schemas.openxmlformats.org/officeDocument/2006/relationships/notesMaster" Target="/ppt/notesMasters/notesMaster1.xml" Id="R58910e42143d44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f0f6707b774eec" /><Relationship Type="http://schemas.openxmlformats.org/officeDocument/2006/relationships/notesMaster" Target="/ppt/notesMasters/notesMaster1.xml" Id="R87c8db2e1d8840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d2baca7503a49cc" /><Relationship Type="http://schemas.openxmlformats.org/officeDocument/2006/relationships/notesMaster" Target="/ppt/notesMasters/notesMaster1.xml" Id="R861ec7fb24014f0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8ab7b44a3214822" /><Relationship Type="http://schemas.openxmlformats.org/officeDocument/2006/relationships/notesMaster" Target="/ppt/notesMasters/notesMaster1.xml" Id="Ra2ad8edd84b6416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9c53a41a49e4a9b" /><Relationship Type="http://schemas.openxmlformats.org/officeDocument/2006/relationships/notesMaster" Target="/ppt/notesMasters/notesMaster1.xml" Id="Rb2c9821a7156436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82a038c139442e" /><Relationship Type="http://schemas.openxmlformats.org/officeDocument/2006/relationships/notesMaster" Target="/ppt/notesMasters/notesMaster1.xml" Id="R068968c2ca87429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2a3e4d5f90d48d9" /><Relationship Type="http://schemas.openxmlformats.org/officeDocument/2006/relationships/notesMaster" Target="/ppt/notesMasters/notesMaster1.xml" Id="R9b0c0c61e57c4ee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642d6f5b60b4493" /><Relationship Type="http://schemas.openxmlformats.org/officeDocument/2006/relationships/notesMaster" Target="/ppt/notesMasters/notesMaster1.xml" Id="Ra04875dddee840d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ec76177c5ac4bba" /><Relationship Type="http://schemas.openxmlformats.org/officeDocument/2006/relationships/notesMaster" Target="/ppt/notesMasters/notesMaster1.xml" Id="R2b634a88ec3643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70ba3162bf74585" /><Relationship Type="http://schemas.openxmlformats.org/officeDocument/2006/relationships/notesMaster" Target="/ppt/notesMasters/notesMaster1.xml" Id="R4de5b4eb53244f5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cb1ad0659b44513" /><Relationship Type="http://schemas.openxmlformats.org/officeDocument/2006/relationships/notesMaster" Target="/ppt/notesMasters/notesMaster1.xml" Id="R6073c86fa73f4a1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e961ad27f994cd7" /><Relationship Type="http://schemas.openxmlformats.org/officeDocument/2006/relationships/notesMaster" Target="/ppt/notesMasters/notesMaster1.xml" Id="Ra97a4d6c66dc4f3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1bce894ec654dd6" /><Relationship Type="http://schemas.openxmlformats.org/officeDocument/2006/relationships/notesMaster" Target="/ppt/notesMasters/notesMaster1.xml" Id="R99e54b7aaad848e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bf9cb3d54147a4" /><Relationship Type="http://schemas.openxmlformats.org/officeDocument/2006/relationships/notesMaster" Target="/ppt/notesMasters/notesMaster1.xml" Id="R3dbbbc6f0dc4457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f707547b71419c" /><Relationship Type="http://schemas.openxmlformats.org/officeDocument/2006/relationships/notesMaster" Target="/ppt/notesMasters/notesMaster1.xml" Id="R37a08202665a487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70c0532d8464588" /><Relationship Type="http://schemas.openxmlformats.org/officeDocument/2006/relationships/notesMaster" Target="/ppt/notesMasters/notesMaster1.xml" Id="Re44c2811cecd41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11416edf5d044a3" /><Relationship Type="http://schemas.openxmlformats.org/officeDocument/2006/relationships/notesMaster" Target="/ppt/notesMasters/notesMaster1.xml" Id="Rd2e0413963a040d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4acef6d5c444d88" /><Relationship Type="http://schemas.openxmlformats.org/officeDocument/2006/relationships/notesMaster" Target="/ppt/notesMasters/notesMaster1.xml" Id="Rcc104211136e4a3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75712e07dd94c5b" /><Relationship Type="http://schemas.openxmlformats.org/officeDocument/2006/relationships/notesMaster" Target="/ppt/notesMasters/notesMaster1.xml" Id="R24459c3cfdd846c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a0f8ae7611b4520" /><Relationship Type="http://schemas.openxmlformats.org/officeDocument/2006/relationships/notesMaster" Target="/ppt/notesMasters/notesMaster1.xml" Id="R58d15124a2714aed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c5d17239bc146cf" /><Relationship Type="http://schemas.openxmlformats.org/officeDocument/2006/relationships/notesMaster" Target="/ppt/notesMasters/notesMaster1.xml" Id="R6f23dc9c9c7643a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0fac78151c441ec" /><Relationship Type="http://schemas.openxmlformats.org/officeDocument/2006/relationships/notesMaster" Target="/ppt/notesMasters/notesMaster1.xml" Id="Re810ba811d6d421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79ba6cf873e42cd" /><Relationship Type="http://schemas.openxmlformats.org/officeDocument/2006/relationships/notesMaster" Target="/ppt/notesMasters/notesMaster1.xml" Id="R0e23461f1a5b400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c388444aeafe4392" /><Relationship Type="http://schemas.openxmlformats.org/officeDocument/2006/relationships/notesMaster" Target="/ppt/notesMasters/notesMaster1.xml" Id="Rd9a154ee48a744a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881417cb3f849e9" /><Relationship Type="http://schemas.openxmlformats.org/officeDocument/2006/relationships/notesMaster" Target="/ppt/notesMasters/notesMaster1.xml" Id="Rd3b55a2a5ed3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L01 / Hero image and text rail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L02 / Two-image comparison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L03 / Hero image and two details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L04 / Landscape and portrait images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L05 / Three-image sequence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L06 / Image and conclusion band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L07 / Text-led cover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L08 / Image-led cover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L09 / Section divider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L10 / Contents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L11 / Single statement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L12 / Two-column reading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L13 / Quotation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L14 / Key metrics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L15 / Chart and interpretation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L16 / Comparison table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L17 / Timeline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L18 / Process steps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L19 / Central topic and branches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L20 / Team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L21 / Materials and image board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L22 / Business model canvas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L23 / Summary and actions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L24 / Contact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L25 / Full-bleed image cover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L26 / Full-bleed image content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L27 / Contained single image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L28 / Stacked image pair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L29 / Four-image grid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L30 / Six-image grid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L31 / Asymmetric image group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L32 / Overview and detail enlargement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L33 / Image and caption rail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L34 / Problems and responses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L35 / Before and after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L36 / Options and trade-offs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L37 / Appendix and sources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L38 / Sparse five-image grid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L39 / Seven-image column gallery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L40 / Product interface and explanation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L41 / Pricing and conditions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L42 / Market scope layers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L43 / Competitive positioning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L44 / Customer persona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L45 / Cohort retention matrix</a:t>
            </a:r>
          </a:p>
          <a:p xmlns:a="http://schemas.openxmlformats.org/drawingml/2006/main">
            <a:r>
              <a:t>Independent native layout. Text, figures and numerical examples are placeholders. Not a rendered HTML conversion.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9440c079e348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f2f272f3c4c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193b6103549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e782b816c47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5747df96840e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2b6d44ba0440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546580-37D1-4428-9B4E-89231C0252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4B37E2-D5E3-4765-9D6D-065D677733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8D6A5B-CE96-494D-B115-FD28A1B180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33F7E-1826-45DF-8572-5547FB03FD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A8C6F7-27C0-4AAF-BCDD-CA236C2360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B05D82-3001-4410-99A2-2A6C0B2F3E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44143E-9D93-43F1-B08A-3BCE230E6C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8B1967F-C8A4-4BBF-9D8A-C8345BECA4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544824-9B61-4340-893D-7B13C97D8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C45F0D-5A70-4924-850F-0DDF746272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1ccbd366fd46e1" /><Relationship Type="http://schemas.openxmlformats.org/officeDocument/2006/relationships/slideLayout" Target="/ppt/slideLayouts/slideLayout1.xml" Id="Rdeb2a298a5fd4e71" /><Relationship Type="http://schemas.openxmlformats.org/officeDocument/2006/relationships/slideLayout" Target="/ppt/slideLayouts/slideLayout2.xml" Id="R56c7e76650404f59" /><Relationship Type="http://schemas.openxmlformats.org/officeDocument/2006/relationships/slideLayout" Target="/ppt/slideLayouts/slideLayout3.xml" Id="R63aeb80486fa44e7" /><Relationship Type="http://schemas.openxmlformats.org/officeDocument/2006/relationships/slideLayout" Target="/ppt/slideLayouts/slideLayout4.xml" Id="R40f98604c8b44e80" /><Relationship Type="http://schemas.openxmlformats.org/officeDocument/2006/relationships/slideLayout" Target="/ppt/slideLayouts/slideLayout5.xml" Id="R217aa88b09044df1" /><Relationship Type="http://schemas.openxmlformats.org/officeDocument/2006/relationships/slideLayout" Target="/ppt/slideLayouts/slideLayout6.xml" Id="R39b25e4827614c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b2a298a5fd4e71"/>
    <p:sldLayoutId xmlns:r="http://schemas.openxmlformats.org/officeDocument/2006/relationships" id="2147483650" r:id="R56c7e76650404f59"/>
    <p:sldLayoutId xmlns:r="http://schemas.openxmlformats.org/officeDocument/2006/relationships" id="2147483651" r:id="R63aeb80486fa44e7"/>
    <p:sldLayoutId xmlns:r="http://schemas.openxmlformats.org/officeDocument/2006/relationships" id="2147483652" r:id="R40f98604c8b44e80"/>
    <p:sldLayoutId xmlns:r="http://schemas.openxmlformats.org/officeDocument/2006/relationships" id="2147483653" r:id="R217aa88b09044df1"/>
    <p:sldLayoutId xmlns:r="http://schemas.openxmlformats.org/officeDocument/2006/relationships" id="2147483654" r:id="R39b25e4827614c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1c24476cc422f" /><Relationship Type="http://schemas.openxmlformats.org/officeDocument/2006/relationships/notesSlide" Target="/ppt/notesSlides/notesSlide1.xml" Id="Rfef9a6a7ca3a4f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59a18082374273" /><Relationship Type="http://schemas.openxmlformats.org/officeDocument/2006/relationships/notesSlide" Target="/ppt/notesSlides/notesSlide2.xml" Id="R0ce6782f75fe4f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959459012449b" /><Relationship Type="http://schemas.openxmlformats.org/officeDocument/2006/relationships/notesSlide" Target="/ppt/notesSlides/notesSlide3.xml" Id="Re6950602a7904d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4563c4b334273" /><Relationship Type="http://schemas.openxmlformats.org/officeDocument/2006/relationships/notesSlide" Target="/ppt/notesSlides/notesSlide4.xml" Id="R39a66b13a71341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4c3bd8d9e40fb" /><Relationship Type="http://schemas.openxmlformats.org/officeDocument/2006/relationships/notesSlide" Target="/ppt/notesSlides/notesSlide5.xml" Id="R20ba1c61cb554b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090c5cc2084dcc" /><Relationship Type="http://schemas.openxmlformats.org/officeDocument/2006/relationships/notesSlide" Target="/ppt/notesSlides/notesSlide6.xml" Id="Re2e4bb7c6f2c41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5bc2ed1cc4d82" /><Relationship Type="http://schemas.openxmlformats.org/officeDocument/2006/relationships/notesSlide" Target="/ppt/notesSlides/notesSlide7.xml" Id="Rf3fb9ee1774f42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458b2503d346f1" /><Relationship Type="http://schemas.openxmlformats.org/officeDocument/2006/relationships/notesSlide" Target="/ppt/notesSlides/notesSlide8.xml" Id="R069960f405f941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a6058c94974437" /><Relationship Type="http://schemas.openxmlformats.org/officeDocument/2006/relationships/notesSlide" Target="/ppt/notesSlides/notesSlide9.xml" Id="R9f83160d4ff244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a1b27e28ce45a7" /><Relationship Type="http://schemas.openxmlformats.org/officeDocument/2006/relationships/notesSlide" Target="/ppt/notesSlides/notesSlide10.xml" Id="R68a653733ebf41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ba084d0414570" /><Relationship Type="http://schemas.openxmlformats.org/officeDocument/2006/relationships/notesSlide" Target="/ppt/notesSlides/notesSlide11.xml" Id="Rfe7227f93f384a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670bfde6a48f1" /><Relationship Type="http://schemas.openxmlformats.org/officeDocument/2006/relationships/notesSlide" Target="/ppt/notesSlides/notesSlide12.xml" Id="R0b196707f3064d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558b26b1e4d0f" /><Relationship Type="http://schemas.openxmlformats.org/officeDocument/2006/relationships/notesSlide" Target="/ppt/notesSlides/notesSlide13.xml" Id="R27e095b2387144d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435640c874070" /><Relationship Type="http://schemas.openxmlformats.org/officeDocument/2006/relationships/notesSlide" Target="/ppt/notesSlides/notesSlide14.xml" Id="R844090cd8ace40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6d0d04bdde4898" /><Relationship Type="http://schemas.openxmlformats.org/officeDocument/2006/relationships/chart" Target="/ppt/slides/charts/chart1.xml" Id="Re46aacbd1a4a474d" /><Relationship Type="http://schemas.openxmlformats.org/officeDocument/2006/relationships/notesSlide" Target="/ppt/notesSlides/notesSlide15.xml" Id="Rd7a65a7ee7174b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b62237dfe4ab7" /><Relationship Type="http://schemas.openxmlformats.org/officeDocument/2006/relationships/notesSlide" Target="/ppt/notesSlides/notesSlide16.xml" Id="Ra3443ab43a924a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23cac0d8f74bf0" /><Relationship Type="http://schemas.openxmlformats.org/officeDocument/2006/relationships/notesSlide" Target="/ppt/notesSlides/notesSlide17.xml" Id="R491cec5ddaaa4d2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ddd79aa844342" /><Relationship Type="http://schemas.openxmlformats.org/officeDocument/2006/relationships/notesSlide" Target="/ppt/notesSlides/notesSlide18.xml" Id="R79a4425f404e4e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a3e88e53e48fb" /><Relationship Type="http://schemas.openxmlformats.org/officeDocument/2006/relationships/notesSlide" Target="/ppt/notesSlides/notesSlide19.xml" Id="R5b0b7ccbc3a44a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dc3886d2f24bc4" /><Relationship Type="http://schemas.openxmlformats.org/officeDocument/2006/relationships/notesSlide" Target="/ppt/notesSlides/notesSlide20.xml" Id="R4c59450d70f647e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4b41db0ea4866" /><Relationship Type="http://schemas.openxmlformats.org/officeDocument/2006/relationships/notesSlide" Target="/ppt/notesSlides/notesSlide21.xml" Id="R25f60c61420041f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06eb8884254ae6" /><Relationship Type="http://schemas.openxmlformats.org/officeDocument/2006/relationships/notesSlide" Target="/ppt/notesSlides/notesSlide22.xml" Id="R67e6cc9257d9420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ada0f777443b7" /><Relationship Type="http://schemas.openxmlformats.org/officeDocument/2006/relationships/notesSlide" Target="/ppt/notesSlides/notesSlide23.xml" Id="R43a1f53f5d4d42a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e71cd49ac47ba" /><Relationship Type="http://schemas.openxmlformats.org/officeDocument/2006/relationships/notesSlide" Target="/ppt/notesSlides/notesSlide24.xml" Id="Ra0baaca647044ed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638b7cfe04316" /><Relationship Type="http://schemas.openxmlformats.org/officeDocument/2006/relationships/notesSlide" Target="/ppt/notesSlides/notesSlide25.xml" Id="R22d51b34493d413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4cce8ac0ae4797" /><Relationship Type="http://schemas.openxmlformats.org/officeDocument/2006/relationships/notesSlide" Target="/ppt/notesSlides/notesSlide26.xml" Id="R0c19762622fc469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adead4da3a41cc" /><Relationship Type="http://schemas.openxmlformats.org/officeDocument/2006/relationships/notesSlide" Target="/ppt/notesSlides/notesSlide27.xml" Id="Rf01cc163fa8147a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84f018a6d4f8e" /><Relationship Type="http://schemas.openxmlformats.org/officeDocument/2006/relationships/notesSlide" Target="/ppt/notesSlides/notesSlide28.xml" Id="Rdeedc0f811054f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8f38b1a794ee7" /><Relationship Type="http://schemas.openxmlformats.org/officeDocument/2006/relationships/notesSlide" Target="/ppt/notesSlides/notesSlide29.xml" Id="R33148b3f6b094d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67d98ea9f742cc" /><Relationship Type="http://schemas.openxmlformats.org/officeDocument/2006/relationships/notesSlide" Target="/ppt/notesSlides/notesSlide30.xml" Id="Rbdfe3b8074c449c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3a8a7cc384fbe" /><Relationship Type="http://schemas.openxmlformats.org/officeDocument/2006/relationships/notesSlide" Target="/ppt/notesSlides/notesSlide31.xml" Id="R1af780e9f7024fc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124fb1cf54c9c" /><Relationship Type="http://schemas.openxmlformats.org/officeDocument/2006/relationships/notesSlide" Target="/ppt/notesSlides/notesSlide32.xml" Id="R07aaf5522b9a400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ac10555114944" /><Relationship Type="http://schemas.openxmlformats.org/officeDocument/2006/relationships/notesSlide" Target="/ppt/notesSlides/notesSlide33.xml" Id="Rb7e78ca4e84a4dc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c06862ac2414a" /><Relationship Type="http://schemas.openxmlformats.org/officeDocument/2006/relationships/notesSlide" Target="/ppt/notesSlides/notesSlide34.xml" Id="Rc22ad578ffac477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fc0d75dcea4630" /><Relationship Type="http://schemas.openxmlformats.org/officeDocument/2006/relationships/notesSlide" Target="/ppt/notesSlides/notesSlide35.xml" Id="R8aeb340886d6493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ea52a45be45b6" /><Relationship Type="http://schemas.openxmlformats.org/officeDocument/2006/relationships/notesSlide" Target="/ppt/notesSlides/notesSlide36.xml" Id="R19b059fcda3c4e0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23ece315947fa" /><Relationship Type="http://schemas.openxmlformats.org/officeDocument/2006/relationships/notesSlide" Target="/ppt/notesSlides/notesSlide37.xml" Id="R029a75bebc4d477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d2dc9e4514a68" /><Relationship Type="http://schemas.openxmlformats.org/officeDocument/2006/relationships/notesSlide" Target="/ppt/notesSlides/notesSlide38.xml" Id="R7c5d30efeaa0445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17fb092872496e" /><Relationship Type="http://schemas.openxmlformats.org/officeDocument/2006/relationships/notesSlide" Target="/ppt/notesSlides/notesSlide39.xml" Id="Rf0021b61f6594ad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3d3ca615841f2" /><Relationship Type="http://schemas.openxmlformats.org/officeDocument/2006/relationships/notesSlide" Target="/ppt/notesSlides/notesSlide40.xml" Id="R7df5109938eb479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f9049cac84384" /><Relationship Type="http://schemas.openxmlformats.org/officeDocument/2006/relationships/notesSlide" Target="/ppt/notesSlides/notesSlide41.xml" Id="R0695eb2439e04f7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ba0bcd6c14f1c" /><Relationship Type="http://schemas.openxmlformats.org/officeDocument/2006/relationships/notesSlide" Target="/ppt/notesSlides/notesSlide42.xml" Id="R1e537901f6f7450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c54f63d77495b" /><Relationship Type="http://schemas.openxmlformats.org/officeDocument/2006/relationships/notesSlide" Target="/ppt/notesSlides/notesSlide43.xml" Id="Ra72134a2d0a848ec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c6090349040ac" /><Relationship Type="http://schemas.openxmlformats.org/officeDocument/2006/relationships/notesSlide" Target="/ppt/notesSlides/notesSlide44.xml" Id="Rba0b8fcec852463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907377615489b" /><Relationship Type="http://schemas.openxmlformats.org/officeDocument/2006/relationships/notesSlide" Target="/ppt/notesSlides/notesSlide45.xml" Id="R8bbf36e7fe204ff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Fictional example</c:v>
          </c:tx>
          <c:spPr>
            <a:solidFill xmlns:a="http://schemas.openxmlformats.org/drawingml/2006/main">
              <a:srgbClr val="B2C3C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35</c:v>
                </c:pt>
                <c:pt idx="1">
                  <c:v>60</c:v>
                </c:pt>
                <c:pt idx="2">
                  <c:v>82</c:v>
                </c:pt>
                <c:pt idx="3">
                  <c:v>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E140C-D0F2-4F1E-A7DF-2A0B0DAF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L01  Hero image and text 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F162F-635E-447D-BABC-DF1E6C27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C6624-2EF9-41FE-A515-F1968BF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9761F-732D-4FA6-96A0-21761A0E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90233-452C-4B5E-BA48-60D6CBEA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334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47196-6109-452F-BE21-B050EED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02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Landscape hero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68BF3-7903-4D06-BD26-95D54C58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C01F4-10CD-4FFC-AA8B-CE709224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Design observations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09216-C6BC-442D-B238-BA133B7B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6385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</p:spTree>
    <p:extLst>
      <p:ext uri="{BB962C8B-B14F-4D97-AF65-F5344CB8AC3E}">
        <p14:creationId xmlns:p14="http://schemas.microsoft.com/office/powerpoint/2010/main" val="867262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CE766-48C4-4097-BAF4-85DB2B37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L02  Two-image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A8F2F-E760-4A97-A3B9-8E619EDF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18847-8D73-4F40-B096-BB9838ED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57F17-CD56-43B9-9C2F-7634ADF7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05B2E-48EF-4A57-AA0C-ED88FC32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524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50B82-7809-47BF-AB22-9FB7354E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CA89F-B02A-4932-8DAD-EA45AA98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01 / Individual caption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202D5-E519-40E0-B0EB-77D0A70D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524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48A9B-D53E-4454-8237-0238BEF8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44BAC-B59B-47A2-84DC-2484B795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959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02 / Individual caption</a:t>
            </a:r>
          </a:p>
        </p:txBody>
      </p:sp>
    </p:spTree>
    <p:extLst>
      <p:ext uri="{BB962C8B-B14F-4D97-AF65-F5344CB8AC3E}">
        <p14:creationId xmlns:p14="http://schemas.microsoft.com/office/powerpoint/2010/main" val="2085184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64CFAA-3468-460C-8987-370B33B5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L03  Hero image and two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2B3F2-16C9-4A60-9752-3C6D308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02CCA-9F8A-47E0-AAFC-EC5A4B2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240E1-7E6A-4DF7-A175-6BB09F60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ACDF0-9B6A-4686-940D-3D1ED272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3723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A1FD9-FBCC-458E-A2FC-5D968D51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06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Hero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47151-9DAB-4CC2-B8F9-5D831BDB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372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8623E-C4F8-400D-8367-AC246F17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28750"/>
            <a:ext cx="36766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80CF2-BD3E-416C-ABA7-06F29333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85988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Detail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5E22D-9C3F-43FC-8A99-514E915C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51F64-5542-4841-B697-2DDAC23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00475"/>
            <a:ext cx="36766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D811F-CCA0-4567-ABC0-870AB40C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7713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Detail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ED21C8-F4B4-4CBF-B869-25F02619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95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</p:spTree>
    <p:extLst>
      <p:ext uri="{BB962C8B-B14F-4D97-AF65-F5344CB8AC3E}">
        <p14:creationId xmlns:p14="http://schemas.microsoft.com/office/powerpoint/2010/main" val="349313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D1CC7-0EB5-4ABB-9B75-DC2D45AB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L04  Landscape and portrait images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D08B7-6DE0-476C-814B-B68985F8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998D3-2DD5-45F0-B573-A382A729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C8A08-8179-414D-B46C-9A52486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5167D-5E7A-44ED-8724-72825150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1437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7708C-6E6D-4850-AFDD-4675BA54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683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Landscape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89EC9-6B19-446F-907F-92CC9AF5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C0028-F0F2-4C1C-A367-4AFEC73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857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F9EF2-6BB6-44BD-BBD9-B58E5AFC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Portrait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FD2F1-610E-466E-9D13-E7E73FAC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95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B6131-3161-4C42-9938-68D18FE5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Related views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E56E4A-F723-4E3D-B3FF-4A20E0CF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714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explain how the two views relate.</a:t>
            </a:r>
          </a:p>
        </p:txBody>
      </p:sp>
    </p:spTree>
    <p:extLst>
      <p:ext uri="{BB962C8B-B14F-4D97-AF65-F5344CB8AC3E}">
        <p14:creationId xmlns:p14="http://schemas.microsoft.com/office/powerpoint/2010/main" val="2051915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C71A8-1D7F-4F5E-9817-37129496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L05  Three-image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6C118-C123-4C4C-B935-F466D580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DF49C-D515-4FF2-9E8D-7FF8E14D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F29BF-CA9B-4D0F-9E83-398A6C80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887DA-1389-4C1A-A24C-4E1C1CE5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6068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ECA7E-355C-43CA-B13B-75C960F4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307C2-2271-45A5-BDEA-A323E51B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01 / Individual caption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8B4B5-4753-4553-91E1-1BBE4375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428750"/>
            <a:ext cx="36068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DBB4D-786A-4D43-99A5-D1903F47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371850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AB648-5CEA-4460-B60E-EFCBFA39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695950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02 / Individual caption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0725F-1F4B-42A5-80F3-8ABB00F5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428750"/>
            <a:ext cx="36068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DC854-DAA3-433E-89DF-46A25FF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371850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72A02-3E0D-4DD2-B03F-7707A0C1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695950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03 / Individual caption</a:t>
            </a:r>
          </a:p>
        </p:txBody>
      </p:sp>
    </p:spTree>
    <p:extLst>
      <p:ext uri="{BB962C8B-B14F-4D97-AF65-F5344CB8AC3E}">
        <p14:creationId xmlns:p14="http://schemas.microsoft.com/office/powerpoint/2010/main" val="1678951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C8AF6-EDB0-465E-A613-B69B535E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L06  Image and conclusion band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36578-C44C-4C91-AC21-977FA12D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05EFB-2541-4809-830A-925BFD7A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030C-82C2-48B6-A316-796AB254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AFA2A-4BBD-4A15-BFA9-B83E890D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E537A-C833-4AF9-A6CD-C455766D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Overview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3B789-114D-4615-BB5B-B12812C8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40551-818E-49CD-B35C-059F307F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229DD-8640-482A-9D3C-89D332C0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62550"/>
            <a:ext cx="878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explain the image evidence and conclusion.</a:t>
            </a:r>
          </a:p>
        </p:txBody>
      </p:sp>
    </p:spTree>
    <p:extLst>
      <p:ext uri="{BB962C8B-B14F-4D97-AF65-F5344CB8AC3E}">
        <p14:creationId xmlns:p14="http://schemas.microsoft.com/office/powerpoint/2010/main" val="2583140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0BB3E-F729-46CD-91AF-666A84DD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L07  Text-led 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3D4EA-DD0C-468C-8A8E-21DFFDEE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59BA6-0AEF-46EF-8677-02A043C5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FE106-1056-4ADB-B8AA-A5FC910A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270AF-CDF0-4C91-A432-285301B5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952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Subject title</a:t>
            </a:r>
          </a:p>
          <a:p xmlns:a="http://schemas.openxmlformats.org/drawingml/2006/main">
            <a:pPr>
              <a:defRPr sz="4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Main idea and scope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675BA-8F83-499E-974A-4219FD90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933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Subtitle / project scope and date</a:t>
            </a:r>
          </a:p>
          <a:p xmlns:a="http://schemas.openxmlformats.org/drawingml/2006/main">
            <a:pPr>
              <a:defRPr sz="18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Author and organization placeholder</a:t>
            </a:r>
          </a:p>
        </p:txBody>
      </p:sp>
    </p:spTree>
    <p:extLst>
      <p:ext uri="{BB962C8B-B14F-4D97-AF65-F5344CB8AC3E}">
        <p14:creationId xmlns:p14="http://schemas.microsoft.com/office/powerpoint/2010/main" val="1176093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A9E9A-AB5F-4849-880A-079C598E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L08  Image-led cover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6C723-4087-4118-9095-5DB96EB6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DE793-3B87-4DCE-9D48-79F319BD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C69A3-F2E4-4CF1-B3EE-94D4FC99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7FF52-B3CB-42F3-B872-C58248A5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Subject title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2A76D6-21C7-417E-BC6F-45C70CFA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45720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Subtitle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Author / organization / 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D4B81-3ECB-43A0-8A13-15E58C3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62674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4DCE0-B70F-45A5-9329-468F6EB3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596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Cover image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0A69C-3513-443E-9603-3572577F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695950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</p:spTree>
    <p:extLst>
      <p:ext uri="{BB962C8B-B14F-4D97-AF65-F5344CB8AC3E}">
        <p14:creationId xmlns:p14="http://schemas.microsoft.com/office/powerpoint/2010/main" val="483009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E7528-E4CF-4F2E-9A84-0DB18B61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L09  Section divider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18DBE-2152-4324-9F63-AEFF3ADE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2E402-D10C-47A5-9108-4974A7C7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2AED51-2B38-4550-A203-B831A54C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5D25A-2E3C-4A57-9BF2-6FC851E3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67EB7-C56A-4AA7-9D6D-8C693722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Section title and subject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19CF1-288B-4DCE-B1EB-8D3527EB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Section introduction: define the scope of the following pages.</a:t>
            </a:r>
          </a:p>
        </p:txBody>
      </p:sp>
    </p:spTree>
    <p:extLst>
      <p:ext uri="{BB962C8B-B14F-4D97-AF65-F5344CB8AC3E}">
        <p14:creationId xmlns:p14="http://schemas.microsoft.com/office/powerpoint/2010/main" val="1292108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802E1-B39A-402A-B9E6-EB90728D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L10  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23373-46EC-4558-90AA-FE4618E4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526D9-9B9E-4F8B-B6F0-FA3D5DEC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41706-6A45-46ED-8175-E51B6F23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6F1CE-7ED0-4070-BC42-7437765D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265F4-AFB4-4019-A5B8-05900A68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01 / Background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9597B-42B3-4089-B37C-A294FA38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5524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07B2B0-2106-41CF-AF27-68262B70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307AD-7BF1-47DE-8BC1-B2633F49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02 / Analysis and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458F2E-4CDA-48F4-8DCD-895F3AAF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5524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7F6A2-A819-4B72-A560-CA6516B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0ECDD-F5DE-4788-B0A8-8C2BB8DF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03 / Options and comparison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B1092-30E5-4003-86D1-EAEEBC56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5524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80C72-9A56-4D28-8919-16ED7C5F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00475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BFDFB-B0F5-4776-A179-FB12635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04 / Conclusions and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E4563-2604-431A-8D9F-EED3F890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29125"/>
            <a:ext cx="5524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</p:spTree>
    <p:extLst>
      <p:ext uri="{BB962C8B-B14F-4D97-AF65-F5344CB8AC3E}">
        <p14:creationId xmlns:p14="http://schemas.microsoft.com/office/powerpoint/2010/main" val="17616368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43AAF-4BE0-4EC4-869D-636D2765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L11  Single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41477-CA91-4FF6-93C7-5F2FC7D5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B2CA6-E2FC-4C25-AA62-60CE89CB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C06EC-3389-495C-9832-A22A820D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B63C7-CBE4-4C45-B0E3-2FF4FE9E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0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Main statement</a:t>
            </a:r>
          </a:p>
          <a:p xmlns:a="http://schemas.openxmlformats.org/drawingml/2006/main">
            <a:pPr>
              <a:defRPr sz="40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One clear subject for the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25313-7D66-46DB-8C07-D4708B99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952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explain the supporting conditions.</a:t>
            </a:r>
          </a:p>
          <a:p xmlns:a="http://schemas.openxmlformats.org/drawingml/2006/main">
            <a:pPr>
              <a:defRPr sz="21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Keep evidence, limitations and scope visible.</a:t>
            </a:r>
          </a:p>
        </p:txBody>
      </p:sp>
    </p:spTree>
    <p:extLst>
      <p:ext uri="{BB962C8B-B14F-4D97-AF65-F5344CB8AC3E}">
        <p14:creationId xmlns:p14="http://schemas.microsoft.com/office/powerpoint/2010/main" val="20679652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B0D70-4B6A-44F0-A847-ED58A96A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L12  Two-column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E9E1D-E571-4A2B-93F9-03CE56CB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CCB3FF-A1ED-4990-A163-8A55A18A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1907D-F129-434B-855C-AC4BB4C0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14D47-5376-4E09-9172-2A2E0C01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Subject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516CF-D9C8-443D-9338-C78E9AA7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55245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background, problem and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Second paragraph: facts and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Third paragraph: conclusion and limitations.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8D79A-66B7-492A-9BC9-0494B6E8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Subject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CCD40-54F5-46A6-91C9-D4BB3CB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55245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continue the narrative and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Second paragraph: comparison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Third paragraph: summarize the observations.</a:t>
            </a:r>
          </a:p>
        </p:txBody>
      </p:sp>
    </p:spTree>
    <p:extLst>
      <p:ext uri="{BB962C8B-B14F-4D97-AF65-F5344CB8AC3E}">
        <p14:creationId xmlns:p14="http://schemas.microsoft.com/office/powerpoint/2010/main" val="3065221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6FD70-6330-4DE2-9200-A1C88780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L13  Quotation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34091-64FA-414E-A8D3-63DF0B46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51012-BE56-494C-8CBD-386174D0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B057E-BE11-4FA7-959E-1D033A2A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0CEA2-FD3A-48CE-9543-302D5319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10477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"Quotation placeholder. Preserve the meaning</a:t>
            </a:r>
          </a:p>
          <a:p xmlns:a="http://schemas.openxmlformats.org/drawingml/2006/main">
            <a:pPr>
              <a:defRPr sz="36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and identify the author and source."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03BE1-FDEA-4FC7-9D15-288F8AAD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Author / publication / page / date</a:t>
            </a:r>
          </a:p>
        </p:txBody>
      </p:sp>
    </p:spTree>
    <p:extLst>
      <p:ext uri="{BB962C8B-B14F-4D97-AF65-F5344CB8AC3E}">
        <p14:creationId xmlns:p14="http://schemas.microsoft.com/office/powerpoint/2010/main" val="12105953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700E0-6B7F-40B0-8807-66A308F5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L14  Key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8A6FC9-BF83-4BA8-86E2-52BFB0C3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D5BC0-1B1D-4C27-8840-FE91E80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40E32-E5CE-47DA-9125-3F4895FB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D59A7-10F0-4AF6-8AB9-12B9E86B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Metric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30A05-6FEC-49FD-BFAF-366FE487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5AC8E-F2D5-4360-94CB-FCF63923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Unit / time period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example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C8230-A361-411D-AE8A-64016F33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383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Metric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232EB-7EC2-4E09-82AC-D1C8C356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193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75%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C6AE7-2580-46DC-A41E-A2B1C2CB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Unit / time period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example / source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8A18B-2DE9-4FF9-916B-7A239A4E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3830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Metric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D809B-29A7-4E39-A914-1A56F5DC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193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2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45F9F-2178-4B3D-8EC9-F5E3740B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3524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Unit / time period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example / source placeholder</a:t>
            </a:r>
          </a:p>
        </p:txBody>
      </p:sp>
    </p:spTree>
    <p:extLst>
      <p:ext uri="{BB962C8B-B14F-4D97-AF65-F5344CB8AC3E}">
        <p14:creationId xmlns:p14="http://schemas.microsoft.com/office/powerpoint/2010/main" val="9825136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51668-85D0-46F1-AAF8-E41BD24F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L15  Chart and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65C0B-E866-4184-8745-56A9385B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D80C9-5ED8-453C-91A9-986BBACC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CA85B-8CC1-4F36-AA50-7267F61F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C72AD4F-086E-47F8-B034-1C444A6D7312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7334250" cy="4514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6aacbd1a4a474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72259-9A87-45BD-B49B-62DCAB76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2011F-D6BC-4583-9270-AEA7AB3A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6385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example values.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Use consistent units and subjects.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State the method and source.</a:t>
            </a:r>
          </a:p>
        </p:txBody>
      </p:sp>
    </p:spTree>
    <p:extLst>
      <p:ext uri="{BB962C8B-B14F-4D97-AF65-F5344CB8AC3E}">
        <p14:creationId xmlns:p14="http://schemas.microsoft.com/office/powerpoint/2010/main" val="493163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FD444-0D62-474C-BFB9-6E9B9C1E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L16  Comparison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B1711-2478-4452-A0AB-099D06E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7B132-B317-4F81-97A9-3A6E71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C837BB-3742-440D-A062-3517D0C6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E403F-675C-4724-BFE2-1F961758CF33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92868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Option A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Option B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Benefits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Benefit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Benefit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Cost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Cost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Conditions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Condition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Condition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54E44-01B3-4B5E-B5AC-F431A9B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27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Comparison basis / placeholder data / source and date</a:t>
            </a:r>
          </a:p>
        </p:txBody>
      </p:sp>
    </p:spTree>
    <p:extLst>
      <p:ext uri="{BB962C8B-B14F-4D97-AF65-F5344CB8AC3E}">
        <p14:creationId xmlns:p14="http://schemas.microsoft.com/office/powerpoint/2010/main" val="8069586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281E0-1EB6-43D3-8277-D7A885CD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L17  Timeline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31233-33BD-4336-A1B4-6FAFEBC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AD505-3FDA-45C4-9C17-7CB839FE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25F19-656D-42B4-B9A7-92169ABA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EB7BE-7D8C-454D-9CB6-8B9BD1EE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9"/>
          </a:solidFill>
          <a:ln xmlns:a="http://schemas.openxmlformats.org/drawingml/2006/main" w="9525">
            <a:solidFill>
              <a:srgbClr val="7180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A34BD-CCED-4E7D-A317-2F634DB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9"/>
          </a:solidFill>
          <a:ln xmlns:a="http://schemas.openxmlformats.org/drawingml/2006/main" w="9525">
            <a:solidFill>
              <a:srgbClr val="7180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13F04-62F7-4CD3-88A4-3ED1B7D3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E8F15-AD63-49D9-8817-6C1AACE9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Date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Milestone and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E5F83-FDD3-42A4-AB9F-FD4CA74A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9"/>
          </a:solidFill>
          <a:ln xmlns:a="http://schemas.openxmlformats.org/drawingml/2006/main" w="9525">
            <a:solidFill>
              <a:srgbClr val="71808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A21B5-C9AB-43C1-A6C4-B19F3152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36DDB-E921-4321-9274-98F18B2F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33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Date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Milestone and conditions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09BBD-9BCA-4943-8051-3B25C292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9"/>
          </a:solidFill>
          <a:ln xmlns:a="http://schemas.openxmlformats.org/drawingml/2006/main" w="9525">
            <a:solidFill>
              <a:srgbClr val="7180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6B68C-324A-441A-9ABD-31413CE4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B729B-C3FE-4354-B2D2-4942D397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Date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Milestone and conditions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DD675-094E-423E-9B9C-50917EED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432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89"/>
          </a:solidFill>
          <a:ln xmlns:a="http://schemas.openxmlformats.org/drawingml/2006/main" w="9525">
            <a:solidFill>
              <a:srgbClr val="71808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245811-669D-416D-BF9B-72798D71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B18DE-B17D-4AE7-A1CC-2EB95B3E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433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Date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Milestone and conditions</a:t>
            </a:r>
          </a:p>
        </p:txBody>
      </p:sp>
    </p:spTree>
    <p:extLst>
      <p:ext uri="{BB962C8B-B14F-4D97-AF65-F5344CB8AC3E}">
        <p14:creationId xmlns:p14="http://schemas.microsoft.com/office/powerpoint/2010/main" val="888697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669EB-A3C4-429F-856C-9C96FDED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L18  Process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8AC8D-AEB7-48C5-9B6B-70FF8F20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FCBBA-A4AB-4737-9DAD-8BED1DAA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5001C-956E-4940-861F-1FD675E3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1DE2B-9113-4864-B513-D8BF1B2C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6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2E038-4F04-4013-BD84-8113F168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01 / 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3DFBC-1094-462B-919F-B72CD1AE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36068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BACB8-2C13-4C7B-85B8-EAB8A1E0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428750"/>
            <a:ext cx="36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9E72C-C4F1-4E94-9109-C2B97C5B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600200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02 / Execute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FB915-3498-4C6F-AD9B-ACB6603A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2057400"/>
            <a:ext cx="36068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A4A0A-2ACD-43D6-B4BB-2C7758D1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428750"/>
            <a:ext cx="36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6984B-F72E-4031-A3F3-0BF21474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600200"/>
            <a:ext cx="360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03 /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83BF0-2D10-4B8D-9604-EC132FB1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057400"/>
            <a:ext cx="360680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</p:spTree>
    <p:extLst>
      <p:ext uri="{BB962C8B-B14F-4D97-AF65-F5344CB8AC3E}">
        <p14:creationId xmlns:p14="http://schemas.microsoft.com/office/powerpoint/2010/main" val="12146385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E0A3C-4872-4534-9457-94A5B9B0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L19  Central topic and branches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D09B3-5B0B-49D9-BD25-2FE94B78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BF93B-FA93-4393-A824-E9F1B238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BD244-0F76-4848-8510-152BF059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CA188-835F-4041-BC42-7D7CD148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194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Central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ACD4D-F4F7-488C-BCE3-DE311939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3429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Core objective and subject 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237BDC-4493-4100-8557-F54907C2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4287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Branch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64F3E-7CF0-4C1E-B93A-C0E284E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85950"/>
            <a:ext cx="657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DAE7F-8583-409A-8A98-FC214D08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433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Branch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FD0AD-DAAD-4C92-B625-FCCA7466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00550"/>
            <a:ext cx="65722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</p:spTree>
    <p:extLst>
      <p:ext uri="{BB962C8B-B14F-4D97-AF65-F5344CB8AC3E}">
        <p14:creationId xmlns:p14="http://schemas.microsoft.com/office/powerpoint/2010/main" val="2671404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4C208-4104-4A5D-AA20-8C478E19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L20 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A38F1-14CC-490E-B2F6-BE692EAD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066A5-2047-4F7A-BEED-0D59F20C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902A7-26ED-47A2-BFA6-D64C6E1A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138EC-4FAE-4213-9D6D-CE4BB304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6195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419CC-C394-4796-BBD7-A8D504CC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Portrait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B9814-8A40-409F-A9CF-B61FEAF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Member 1 / name and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684AB-CAFA-4752-9FD9-421C44EE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Role and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20EAC-1D43-400E-A7A3-7D81BA15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Short biography, responsibilities and 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22BC7-F5E7-4646-A978-9092A4A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6195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B4F5B2-9653-4FB9-9CA4-3658699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955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Portrait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0972DB-9456-4BA6-BECE-752E68FC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Member 2 / name and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CFFDF-23AA-42C2-85E0-2B33EC51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95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Role and experience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BB49B-BC64-43F4-9B8A-852F5358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Short biography, responsibilities and sources.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D0A87-5F30-45A6-BFF3-977E4AFA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361950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020CF-A9AF-4E51-BAD5-89677672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Portrait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60F16-4E53-4DEB-AF0E-0807CE02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43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Member 3 / name and 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8F8A4-FF02-4661-9F86-D124E830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958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Role and experience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E2EFB6-BC86-4A47-9F2A-CB50217C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Short biography, responsibilities and sources.</a:t>
            </a:r>
          </a:p>
        </p:txBody>
      </p:sp>
    </p:spTree>
    <p:extLst>
      <p:ext uri="{BB962C8B-B14F-4D97-AF65-F5344CB8AC3E}">
        <p14:creationId xmlns:p14="http://schemas.microsoft.com/office/powerpoint/2010/main" val="2224562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370638-8304-4E80-B873-FA3BEDE2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L21  Materials and image 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14E3A-D90F-4C5E-ADDC-C3870281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A15FE-8E06-4AB9-BD5B-057C871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D937C-F905-49DB-832B-9B54ADC5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F6BF3-AEFB-4C1D-B7C5-8132AAD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334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C2FF7-1082-4275-94BA-EEFC6A3F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029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Material hero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DEEA7-3571-48F1-9F00-B6C233D3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30486-FE1B-4A03-B68F-9DCC3754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28750"/>
            <a:ext cx="2743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DC2D8-291B-41C2-A29D-6DFA5E94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40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09364-5FBC-46B8-91D9-5D7764E8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01 / Individual caption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E5288-ED33-42DD-AD22-E4D6CEE6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28750"/>
            <a:ext cx="2743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4CA82-3FEC-49AE-A97D-54D22AE2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240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18F97-2125-483C-B0AB-29DD08C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02 / Individual caption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FF845E-D5D4-429D-8114-51A4A635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76600"/>
            <a:ext cx="2743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86A83-FED3-49CF-A446-42BFF9A3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BB672-1CEA-4D7C-8DBF-C5E7EE6D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482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03 / Individual caption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F1761-029C-40E0-9EEB-ECD22044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76600"/>
            <a:ext cx="2743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66FE9-72BC-4672-A5F8-49F5C0C0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719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2DFC7D-4514-4574-A81C-7DD33561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482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04 / Individual caption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07DA1-DBA3-410F-9EC9-E8F219AF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197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Material / color / process / source</a:t>
            </a:r>
          </a:p>
        </p:txBody>
      </p:sp>
    </p:spTree>
    <p:extLst>
      <p:ext uri="{BB962C8B-B14F-4D97-AF65-F5344CB8AC3E}">
        <p14:creationId xmlns:p14="http://schemas.microsoft.com/office/powerpoint/2010/main" val="2997325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3D7537-1767-4B76-B611-D6B79E22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L22  Business model canvas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F3E2C-C120-4E96-9A6B-7AAE4653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2B873-F29B-46A3-91A3-A0289B09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5C72A-9321-4381-9EFF-DA1EBBC0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F318F-474E-4274-82EA-D6B1BD0C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1336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59C76-46C0-44D6-8676-88FA05B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Key partners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D177E-24BA-4949-B0BF-0B13214A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1905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43F0C-94AA-4DF8-A1DE-EF08A960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428750"/>
            <a:ext cx="21336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EF7B5-E470-454F-AC7E-64A9FF59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62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Key activities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9F068-B045-426F-98E8-58281A83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1905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658BF-185B-4CD5-890E-57A8ED1B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38475"/>
            <a:ext cx="21336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0FA36C-A95D-41C0-BD32-D18DA4E6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Key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39F1C-5A94-4FAF-934D-BACB193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1905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81913-0F57-4BDB-90B6-BB198CB4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28750"/>
            <a:ext cx="21336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A8500-01C5-4B8A-8167-6602C713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62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Value proposition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61C8-7958-46FC-8789-B23E00A4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19300"/>
            <a:ext cx="1905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8A169-84F8-45E0-9607-C3EF5E98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428750"/>
            <a:ext cx="21336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9AA4D-4717-4BD8-996E-8E799631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62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Relationships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C00DB-1AE4-4EF3-82D0-96E56BB8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19300"/>
            <a:ext cx="1905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AA7BA-CDB8-41D5-B16B-F3367308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38475"/>
            <a:ext cx="213360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5D3E1A-ED82-4D8A-8B7C-4C453404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Channels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7F2316-8FAD-4A4E-8713-11161841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29025"/>
            <a:ext cx="1905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4E3EC-C553-4598-B72B-28ECD5A4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428750"/>
            <a:ext cx="21336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F4915-52D6-486C-B9D1-6BC09D94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621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Customer segments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8BD89-2105-4484-BDCB-25BE37DA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19300"/>
            <a:ext cx="19050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D70F7-711D-4A7D-BC9F-EBA5733F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5562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5BD04B-6564-4FFA-9F50-03133FD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Cost structure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0325B3-4E85-462C-950B-497B0D2B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384D47-3800-48FC-874A-951E6451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55626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2F2054-1C5D-475E-BB6F-2D0C8866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Revenue streams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D9522-BB53-4511-AA13-6C6A5B98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387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placeholder</a:t>
            </a:r>
          </a:p>
        </p:txBody>
      </p:sp>
    </p:spTree>
    <p:extLst>
      <p:ext uri="{BB962C8B-B14F-4D97-AF65-F5344CB8AC3E}">
        <p14:creationId xmlns:p14="http://schemas.microsoft.com/office/powerpoint/2010/main" val="99121646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FA6E8D-DDB4-4FA6-9294-A4FC09E6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L23  Summary and 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6387C-A3C1-4318-8CDE-52F34D1C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A45BB-78F1-4155-8653-5ECDA1F3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401D8-13DF-4D59-90A8-2C19F6DD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0F3E1-2CE6-43BF-9A56-A929D3CE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4ADF5-9954-4CD5-B08F-E1B23805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53340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Finding 01 / evidence placeholder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Finding 02 / applicable conditions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Finding 03 / open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D183B-594C-42D1-B3D5-F091AF68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Next 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E89C7-1ABA-4A5F-A1AC-6A1DD90C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4864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Owner / task / deadline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Acceptance criteria / resources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Risks and decisions</a:t>
            </a:r>
          </a:p>
        </p:txBody>
      </p:sp>
    </p:spTree>
    <p:extLst>
      <p:ext uri="{BB962C8B-B14F-4D97-AF65-F5344CB8AC3E}">
        <p14:creationId xmlns:p14="http://schemas.microsoft.com/office/powerpoint/2010/main" val="10669704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A85B2-B689-4358-B874-E1BD5284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L24  Contact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4B4B7-747D-4519-9E1F-56D60455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911453-9B6D-4A6C-AD38-6F545B27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4E81A-1F75-4FAA-8731-1E0C59B2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98702-33FE-486E-9BAD-E136E138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Contact and follow-up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75532-6115-410E-AB82-A9AB6EAB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9906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Name / organization</a:t>
            </a:r>
          </a:p>
          <a:p xmlns:a="http://schemas.openxmlformats.org/drawingml/2006/main">
            <a:pPr>
              <a:defRPr sz="21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Email and contact placeholder</a:t>
            </a:r>
          </a:p>
          <a:p xmlns:a="http://schemas.openxmlformats.org/drawingml/2006/main">
            <a:pPr>
              <a:defRPr sz="21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Project link / date</a:t>
            </a:r>
          </a:p>
        </p:txBody>
      </p:sp>
    </p:spTree>
    <p:extLst>
      <p:ext uri="{BB962C8B-B14F-4D97-AF65-F5344CB8AC3E}">
        <p14:creationId xmlns:p14="http://schemas.microsoft.com/office/powerpoint/2010/main" val="21163134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840FE-545B-4BBF-9014-C2EA7C9C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DD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08312-DBC0-4D29-8D1E-0E63213F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L25  Full-bleed image cover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44A66-4BA6-4AD4-853E-CEAD83F4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C2A4D-EB24-478E-8496-43E1C6D8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52175-32B9-45FB-9A51-24830319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9C7A2-CB74-41DB-8752-862FD1F8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6762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1BA0E-5D59-48A2-B9F3-5B55AF16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62293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Subject title</a:t>
            </a:r>
          </a:p>
          <a:p xmlns:a="http://schemas.openxmlformats.org/drawingml/2006/main">
            <a:pPr>
              <a:defRPr sz="43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Full-bleed image 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4A8D6-33E4-4AA5-B595-8F7B717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622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Author / project /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B423B-522B-496A-83E6-AA983950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Full-bleed 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5786244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14D25-81C2-4F57-B119-7DB79134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DD"/>
          </a:solidFill>
          <a:ln xmlns:a="http://schemas.openxmlformats.org/drawingml/2006/main" w="9525">
            <a:solidFill>
              <a:srgbClr val="D4DAD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9DFF7-740C-4C2B-8FFD-5141AAE4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L26  Full-bleed image 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FEA86-6CFB-464A-B15A-86AD9F8D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0C2FE-97E4-4F30-A41F-A3F4915A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07F80-9ED4-4414-B66E-905BA10F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1E8EB-98DE-4292-94AF-19255978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64770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FB529-C4E3-4D04-A710-D2C95F4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76675"/>
            <a:ext cx="598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Content title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E1760-311E-4570-8AC2-10EF8513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9817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evidence explanation placeholder.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Keep text clear of the image subject.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6FD93-ED6D-4DD7-B534-CA467713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Full-bleed image placeholder</a:t>
            </a:r>
          </a:p>
        </p:txBody>
      </p:sp>
    </p:spTree>
    <p:extLst>
      <p:ext uri="{BB962C8B-B14F-4D97-AF65-F5344CB8AC3E}">
        <p14:creationId xmlns:p14="http://schemas.microsoft.com/office/powerpoint/2010/main" val="2367755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984F5-ED72-47AB-98E1-2531CBD6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L27  Contained single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F0D76-A4AE-4198-9DA6-06428C66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29D957-29E5-4DC4-9C66-56142AA2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8CE68-8326-4984-A411-788D690A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78E26-B615-49F3-9439-A5D85A47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28750"/>
            <a:ext cx="86106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84ED1-E34E-41CE-B23E-C86F4F35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371850"/>
            <a:ext cx="830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Contained image / no cropping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07EF5-70B2-419D-A2A2-D6F75507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695950"/>
            <a:ext cx="861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</p:spTree>
    <p:extLst>
      <p:ext uri="{BB962C8B-B14F-4D97-AF65-F5344CB8AC3E}">
        <p14:creationId xmlns:p14="http://schemas.microsoft.com/office/powerpoint/2010/main" val="8766820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92E50-2E1E-4BD4-B262-308AA3EE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L28  Stacked image 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D4ADE-A71A-4587-A485-4D6B97E4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178F8-D2EE-4067-A558-CEAFE79C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62879-0B61-4747-B514-165EC5FA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475FD-4715-4DC4-A245-3B4C4E8E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F0AA6-4AC1-400A-B4DE-F4BFEEFE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5988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Upper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E763D-FBE2-4ED6-AC9C-11D5CEF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13D5D-E3E1-43E1-8259-E23F828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112776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1F029-FFF6-4C7B-9F70-A4D29BFB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7713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Lower image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054A4-00C6-4187-8BCA-F8B4AAFB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127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</p:spTree>
    <p:extLst>
      <p:ext uri="{BB962C8B-B14F-4D97-AF65-F5344CB8AC3E}">
        <p14:creationId xmlns:p14="http://schemas.microsoft.com/office/powerpoint/2010/main" val="173749113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8EFCEC-94C7-4CB4-A36A-6E491B6B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L29  Four-image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92718-1078-4730-ADE6-7BFC80E5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7D1CF-6E78-4660-9E5C-0892788A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E7961-BAB6-4904-A7CB-C2D71BB4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3998C-7D88-4386-B5C0-A7F662FC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5245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CAB5A-D34D-4D52-A0C1-A1951700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5988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68818-3A9B-4168-9C3F-DF4FA46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01 / Individual caption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A26B1-0C42-4B98-8C2D-1BEE8AE2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5245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8AF7A-CD82-4ABB-B1F1-FB3C3ED8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85988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A73D9-5F8A-460D-8313-F183A8D1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242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02 / Individual caption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0BC26-8F05-4A8B-832A-B21B77AC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55245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AADE13-DBF4-4B88-B830-DB4B6A3C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7713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F9614C-F0EE-4F79-81A4-5B74E56E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03 / Individual caption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F9B46-F215-467C-9EDF-137638C9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00475"/>
            <a:ext cx="55245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EF0B5-B19E-495D-A0E9-51C130A5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7713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3358F-3AA1-46CE-96EB-0F308ABD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959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04 / Individual caption</a:t>
            </a:r>
          </a:p>
        </p:txBody>
      </p:sp>
    </p:spTree>
    <p:extLst>
      <p:ext uri="{BB962C8B-B14F-4D97-AF65-F5344CB8AC3E}">
        <p14:creationId xmlns:p14="http://schemas.microsoft.com/office/powerpoint/2010/main" val="51127004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74508-EAC2-410E-956C-33C9B5A6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L30  Six-image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15B52-8FC9-425B-BFF6-D48F9D37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3140B-2BB5-454A-8891-3C2274E6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85986-0DCE-41D1-9208-A4E0C246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A8DD7-57CA-427A-AE89-E8AF9F0D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6068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D302F-3DF6-417C-AAF3-38049B6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5988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9EFBB-571E-48C1-A8A4-566968B0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01 / Individual caption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CC0CF-3846-4CB1-828C-B8457984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428750"/>
            <a:ext cx="36068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F02FA-99E0-4EA7-A44E-3626FB1A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185988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B0844-9C2D-41EA-9313-C05E4E27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3324225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02 / Individual caption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AAAEB-6CDE-413C-BA06-07E3730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428750"/>
            <a:ext cx="36068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233AE-5001-4E66-9964-33723923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2185988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E5DA1-817E-419E-94D4-C0B982C6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24225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03 / Individual caption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30604-739B-4887-964D-C3C66F9F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36068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3AB782-422D-4829-8B8C-A97FE9AA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7713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F9A5F-75B1-4513-A22C-D6324D11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04 / Individual caption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CCA221-BEF2-47DC-A139-85D03321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3800475"/>
            <a:ext cx="36068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4B5BC-7B7D-4C60-9244-A62B2790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557713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AF121-90B9-4D9E-9244-C6BE4C66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695950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05 / Individual caption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3F4E1F-6745-4F7B-A616-8EFDCCCD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800475"/>
            <a:ext cx="36068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9572A-567D-4262-A5BB-822F78FB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557713"/>
            <a:ext cx="330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85514-C2FD-464E-9344-702E3D09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695950"/>
            <a:ext cx="360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06 / Individual caption</a:t>
            </a:r>
          </a:p>
        </p:txBody>
      </p:sp>
    </p:spTree>
    <p:extLst>
      <p:ext uri="{BB962C8B-B14F-4D97-AF65-F5344CB8AC3E}">
        <p14:creationId xmlns:p14="http://schemas.microsoft.com/office/powerpoint/2010/main" val="14015440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83076-DA17-4ABB-B962-9EFA2FCC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L31  Asymmetric image group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D29C9-A783-4580-AAB3-97C8D098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2BC18-7F53-46BF-9BE6-D59D5ACC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0C1E47-89D6-4FF4-9C6C-382FB39F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8A654-9254-47BF-BD2A-57B70D21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3246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42C11-D183-4B65-B7A1-3B376BF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0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Hero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58F6B-6D8A-4E98-8AD1-CFC53FA0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632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BE591-91E7-461B-8294-79E6CB63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28750"/>
            <a:ext cx="22479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13309-7D91-4E4D-9360-F692A846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85988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Detail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2ABBC3-C68D-4533-B051-EB480E46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242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31EEA-1D92-4130-887E-98272DD3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428750"/>
            <a:ext cx="22479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6F42-89FF-42B9-968F-097C28FE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85988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Detail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56BA79-495B-4ED8-B1BA-0518BC11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242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F89BC-D950-4B6C-9C7D-08425E4A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00475"/>
            <a:ext cx="47244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D9E6F-14FF-4C9C-A890-6FA535BF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7713"/>
            <a:ext cx="441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Detail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6BDAD-129C-4C28-8811-26BFC7A0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695950"/>
            <a:ext cx="472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</p:spTree>
    <p:extLst>
      <p:ext uri="{BB962C8B-B14F-4D97-AF65-F5344CB8AC3E}">
        <p14:creationId xmlns:p14="http://schemas.microsoft.com/office/powerpoint/2010/main" val="158212279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6E288-F4FD-4E74-930B-CD673E46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L32  Overview and detail enlargement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96C44-722D-4DB6-AB9F-A411A8AF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60323-6347-4681-BD7C-19A66408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3E370-6A59-422C-A636-E0C3C557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E88D2-26FE-42DB-B46E-4F25A956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73342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93744-A8ED-4147-B4B9-24F7FB48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02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Overview / region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0D825-0336-41AD-89F0-FC14EAB6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36E07-F5C2-4DEF-847E-2642F0DD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67000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E66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48778-ADBC-4948-9851-3098B5BA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Region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C31D6-D0B6-4322-9330-7C5FF7F3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6385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02631-0712-48C2-AFFF-39F35415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Region A / enlarged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F6F36-1266-43CA-90DA-26990C8B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63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A2CB8-CC7B-437C-BCFE-84D4425F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3638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Corresponding region</a:t>
            </a:r>
          </a:p>
          <a:p xmlns:a="http://schemas.openxmlformats.org/drawingml/2006/main">
            <a:pPr>
              <a:defRPr sz="165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Crop coordinates and image source</a:t>
            </a:r>
          </a:p>
        </p:txBody>
      </p:sp>
    </p:spTree>
    <p:extLst>
      <p:ext uri="{BB962C8B-B14F-4D97-AF65-F5344CB8AC3E}">
        <p14:creationId xmlns:p14="http://schemas.microsoft.com/office/powerpoint/2010/main" val="83533272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DB127-0875-4BED-B8E5-29CFCEFC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L33  Image and caption 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E190D-DD00-4371-90A8-CF5CB358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13EDF-EEAC-4F33-8EA9-AFC391C3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CF44D-067B-4068-A9E7-EBC6E065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A66F3-1A8C-4E6F-8C8D-5CAC54CA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82486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4EE0F-A791-49C1-A7A5-8EBB0D7F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94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Overview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90282D-3875-476E-8899-7E0DF683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824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D65A9-5EAE-45A4-BC9B-9B32085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28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Extended caption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B7FFE-5DA1-4032-8F39-F51086BB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85950"/>
            <a:ext cx="27241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Subject / location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Date / author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description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Source and rights</a:t>
            </a:r>
          </a:p>
        </p:txBody>
      </p:sp>
    </p:spTree>
    <p:extLst>
      <p:ext uri="{BB962C8B-B14F-4D97-AF65-F5344CB8AC3E}">
        <p14:creationId xmlns:p14="http://schemas.microsoft.com/office/powerpoint/2010/main" val="178516301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9C9AC-4B3A-43E7-B239-D79B5FCA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L34  Problems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F4D42-45BD-42E5-BA76-C23E4AD1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6245F-C854-40D4-924A-55C181B0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2E3FF-EF2E-41C5-AB15-D4F38448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C3C68-3695-4F59-A69B-F3D588D5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9F9F3-9ED6-4C1C-88F7-4007B1D0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Problem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1BA2B-42F3-424F-9B58-3A1748A7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5524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0BD365-4100-4F9B-B294-A32C075C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A787B-012D-438D-B86C-6B685A7C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0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Response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D6EDD-B9E8-4483-A4EA-15B2E82C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5524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A9B1F-22F0-421E-A30C-7D1CA842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38CEF-753E-4DE8-A325-F7F4A850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Problem 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FD11D-C417-4EFE-A8DC-F5B03430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29125"/>
            <a:ext cx="5524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63118-66DC-41E2-B501-F5D8C57E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00475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D13A5-7168-47DB-98E4-5A621FE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Response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3C5B85-E566-455D-9B92-3707FD42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29125"/>
            <a:ext cx="552450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subject, context and relationships.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Add observations, conditions and sources.</a:t>
            </a:r>
          </a:p>
        </p:txBody>
      </p:sp>
    </p:spTree>
    <p:extLst>
      <p:ext uri="{BB962C8B-B14F-4D97-AF65-F5344CB8AC3E}">
        <p14:creationId xmlns:p14="http://schemas.microsoft.com/office/powerpoint/2010/main" val="40845555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01D845-D40D-43C4-A273-F8416A50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L35  Before and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908B58-1B69-4033-A340-A2A3EAD8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F4920-C0E1-40D3-B77F-59887497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58D66-CC17-4B13-BA37-247CF8B7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0ADB6-32EB-42A5-B19D-9D816CFE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524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1F2AE2-FF04-451E-9C5A-225DE17A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Before / matching viewpoint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0ED35-8098-40E7-9CAE-D8A7F7CD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039FE-517E-49DF-8632-4D8C8E3F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5524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73DE2-4D3F-494F-A079-0E28B967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670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After / matching viewpoint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6B8F9-4E71-4B43-B0EA-E5238976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8630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E3AF9-E3F2-4892-9780-78819356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Change description: identify changes, dates, conditions and comparison limits.</a:t>
            </a:r>
          </a:p>
        </p:txBody>
      </p:sp>
    </p:spTree>
    <p:extLst>
      <p:ext uri="{BB962C8B-B14F-4D97-AF65-F5344CB8AC3E}">
        <p14:creationId xmlns:p14="http://schemas.microsoft.com/office/powerpoint/2010/main" val="126572069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3AFBE-E104-404C-86C4-564ADD49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L36  Options and trade-offs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DF30C-7CE8-4B3F-8F29-F9B7F25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E7165-1DA3-4840-8175-12491E51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9FC65-B016-44AC-9E1D-0E06017D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603F2-29E0-49A0-80E2-6456C6F16701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7334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44750"/>
                <a:gridCol w="2444750"/>
                <a:gridCol w="2444750"/>
              </a:tblGrid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Conditions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Option A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Option B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Key benefits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Benefit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Benefit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Costs and limits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Limitation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Limitation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Prerequisites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Condition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Condition placeholder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A78DA-8593-4ECC-8641-92035201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Choice and rationale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F27C6-0589-4573-89CD-EAFDEF56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36385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Recommended option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Evidence and trade-offs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Conditions to confirm</a:t>
            </a:r>
          </a:p>
        </p:txBody>
      </p:sp>
    </p:spTree>
    <p:extLst>
      <p:ext uri="{BB962C8B-B14F-4D97-AF65-F5344CB8AC3E}">
        <p14:creationId xmlns:p14="http://schemas.microsoft.com/office/powerpoint/2010/main" val="94824290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A46A1-9412-497A-B614-4AAC6D67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L37  Appendix and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26318-5A0C-41F4-93A1-2517DE74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12AC1-0156-4E56-B604-8DB27E88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FA9B4-704C-4250-9DA5-6BA2B664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AFB09-0E00-4333-9C65-C54D3A30BF83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8572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Material / author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Source details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Publication / author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Link / page / 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Image / photographer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Source / rights 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Data / publisher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Period / sample scope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8D344-1E22-4779-9E55-7F79FA1C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Continue sources on another page rather than reducing legibility.</a:t>
            </a:r>
          </a:p>
        </p:txBody>
      </p:sp>
    </p:spTree>
    <p:extLst>
      <p:ext uri="{BB962C8B-B14F-4D97-AF65-F5344CB8AC3E}">
        <p14:creationId xmlns:p14="http://schemas.microsoft.com/office/powerpoint/2010/main" val="15714171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BC1A4-8850-488F-87BD-762F5229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L38  Sparse five-image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2A9E2-387C-452F-B36F-311FA8FB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E4505-4FD4-45E7-B8CD-53F055B8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3C94E-C13A-4359-896B-156F56F2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95395-FEE9-43B1-990D-63132A39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5245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75216-B96D-4E77-8558-C17B55B0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5988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Hero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61D32-37BB-49FF-924A-0D935860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E0D8A-AD94-443C-B1BB-1A068485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26479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562E9-6D99-49D1-B441-7FEC5303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85988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Detail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57E90-9B74-478B-8CED-DBDEB282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2422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A26DF-27A3-4A5C-A903-8BF2B58F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28750"/>
            <a:ext cx="26479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4077E-0E55-46A2-8235-616C1BE1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85988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Detail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3AE6A-0628-4DF6-B6A5-FE641C98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2422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6B02C-7223-493A-A2CA-2F977927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6479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202BE-1947-4D61-9705-B67B26C6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7713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Detail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26772E-B370-4635-83FE-0D5A40E8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3307B-225C-4B23-939E-990A59D5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00475"/>
            <a:ext cx="552450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2C2193-FFA0-4D8F-A742-27255D58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7713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Supporting landscape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5C1F5-7212-414D-9FD8-280876AF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95950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</p:spTree>
    <p:extLst>
      <p:ext uri="{BB962C8B-B14F-4D97-AF65-F5344CB8AC3E}">
        <p14:creationId xmlns:p14="http://schemas.microsoft.com/office/powerpoint/2010/main" val="75961076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F987B-8B0F-429D-BF57-35D314CA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L39  Seven-image column gallery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5A7C2-778E-458D-867C-6A64384D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FC03D-2F37-4271-8F4D-4607463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1FB7C-5479-4C27-9669-94ECE9CD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7658C-705E-4F82-BC15-7B06A1F3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6479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E7DF6-DEC3-4DCA-BF5E-D8EE2AD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5988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40B6C-AC24-43CF-B806-39D2EBD0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9C7FF-CB73-4293-96A4-EDED9CA2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26479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16EED-DAE5-4FC3-BC79-C40FBB8C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7713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36860-014F-4B4C-B040-DBB7E21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0040E-21C0-47DA-8A5F-4DEB7709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26479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91DA8-F242-4F72-B235-396B0E7C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479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03BEA-6A7E-488A-8839-6F9FF960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FE01F-3DE8-453D-907E-ADA01489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24350"/>
            <a:ext cx="26479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67C4E4-619C-4DC0-902B-DEEA5A55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196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2B357-D860-4085-9DEF-FE89BECB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959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D8C2C-9FA7-47C5-B507-D705080F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28750"/>
            <a:ext cx="26479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DAE55-6E12-4364-996C-9166107E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Tall portrait 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4370F-7185-48A0-BF7A-36B6F62A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959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C6CB9C-D1B8-4C44-A3A3-63150E0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428750"/>
            <a:ext cx="26479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A65A9-2D2B-4905-9516-B7A1761C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E2DEB-E08A-4EAE-89AB-F459DEEC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99BEA-2ECF-48CE-9E14-29C6E430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67100"/>
            <a:ext cx="26479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6CA483-C275-439A-9E6C-73B2B059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91025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Image 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652F6B-A2C8-42E1-828D-337A84CD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6959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Caption / source placeholder</a:t>
            </a:r>
          </a:p>
        </p:txBody>
      </p:sp>
    </p:spTree>
    <p:extLst>
      <p:ext uri="{BB962C8B-B14F-4D97-AF65-F5344CB8AC3E}">
        <p14:creationId xmlns:p14="http://schemas.microsoft.com/office/powerpoint/2010/main" val="72748895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541BA-20A0-4713-9213-D6D844FF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L40  Product interface and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C7003-1B69-476F-91D5-FEAF6D9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4615E-6F73-4637-BAF8-0E1D3F4A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1F60E-CFCA-42ED-B06A-F2DBFC2F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49CBD-2093-42F8-AD50-696B9193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Main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44163-4704-4826-9E98-CC4B7FF0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29527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Body placeholder: explain the interface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Version /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Display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8A8F6-3777-4DFF-8217-D9A0FD7E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428750"/>
            <a:ext cx="802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DB737-A171-4A12-B02C-6749B493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47800"/>
            <a:ext cx="773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Application / page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A082E-AA4D-44B9-8B8A-938E58D3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8020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7B474-E1F5-4F78-BC93-403311DD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514725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Full interface screenshot / no cropping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530AB-2C52-4566-9901-325413BC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95950"/>
            <a:ext cx="802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Screenshot source / product version</a:t>
            </a:r>
          </a:p>
        </p:txBody>
      </p:sp>
    </p:spTree>
    <p:extLst>
      <p:ext uri="{BB962C8B-B14F-4D97-AF65-F5344CB8AC3E}">
        <p14:creationId xmlns:p14="http://schemas.microsoft.com/office/powerpoint/2010/main" val="129673794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2F4B8-DCB7-490D-A8F2-BB4044C1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L41  Pricing and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697EB-7751-4C39-AF05-4AA21FF7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14AD8-7B1C-4091-957B-66C3479F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E2B7F-7AA3-4FD6-B6D3-C2AF0E53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5E8B0-686D-4D99-A62C-BEFE7A4C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Basic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75E88-5E58-4475-8F8A-C46EFE04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36195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19 / fictional price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Per month / per seat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Target user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Core benefits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Capacity limits placeholder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Period / taxes / conditions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FCB4C-57BD-4C66-A364-70D692AF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2C54C-E3F2-447E-B928-618772F0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36195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49 / fictional price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Per month / per seat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Target user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Core benefits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Capacity limits placeholder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Period / taxes / conditions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81E93-B5DF-4EBC-B853-84DBC78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28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4987C-8C15-4DC0-98A8-776F7061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36195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99 / fictional price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Per month / per seat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Target user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Core benefits placeholder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Capacity limits placeholder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Period / taxes / conditions</a:t>
            </a:r>
          </a:p>
        </p:txBody>
      </p:sp>
    </p:spTree>
    <p:extLst>
      <p:ext uri="{BB962C8B-B14F-4D97-AF65-F5344CB8AC3E}">
        <p14:creationId xmlns:p14="http://schemas.microsoft.com/office/powerpoint/2010/main" val="203646751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3D585C-DADD-4EC7-8E33-637901CD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L42  Market scope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00192-444A-4749-B2BB-E6034298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26E3D-E0AC-4C42-8E98-324B2704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F4D57-A2E8-45A6-BADE-AAF1B3AD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9BA82-7C97-4EE5-8813-3210D7AA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1D258-3ACE-46A6-AFE0-9C9A2863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TAM / total 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8409D-8649-46FB-96A8-0AFA7CB8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643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values / scope and year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A9732-879D-4E6F-9E34-8D2646A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1465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9451-9CC9-4D63-8CCC-8CFFF286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SAM / serviceable market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B8406-ADB0-47BE-9F98-34404DA2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29025"/>
            <a:ext cx="643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values / scope and year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C71D7-F640-4F6B-824F-95D8FDAC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3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EB3AE-11C6-4947-BED9-70F46203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643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SOM / obtainable market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6A995-5891-45CA-AF05-06C9C047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4925"/>
            <a:ext cx="643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values / scope and year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FA08D-8E98-4F2F-85B4-4064C5A1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Scope and method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8D7C7-C0C7-4940-8FA4-548F947E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40005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Consistent units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Selection criteria / 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Box widths do not encode values.</a:t>
            </a:r>
          </a:p>
        </p:txBody>
      </p:sp>
    </p:spTree>
    <p:extLst>
      <p:ext uri="{BB962C8B-B14F-4D97-AF65-F5344CB8AC3E}">
        <p14:creationId xmlns:p14="http://schemas.microsoft.com/office/powerpoint/2010/main" val="12994800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2A2C1-36F2-465E-8D8C-06BED244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L43  Competitive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FBEBC-2189-49AF-A994-6BAB611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8A356-CA1E-4A23-915E-64BCA73A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B70F9-3931-4A4F-9558-0B10EACD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59B09-B957-489A-8C95-13928CEC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68580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180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679A5-E83D-411A-808B-F6A4A716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C20D5-16C5-4BE6-A61C-1C782C8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2D5"/>
          </a:solidFill>
          <a:ln xmlns:a="http://schemas.openxmlformats.org/drawingml/2006/main" w="9525">
            <a:solidFill>
              <a:srgbClr val="CCD2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F9B39-AC8C-4427-B9E8-D3414E8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Ease of use increases upward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C1D3E-3352-4DEA-8018-3DE485AC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Low 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F8E47-7EF2-4E97-AB72-BBDDA883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15000"/>
            <a:ext cx="10763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High price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A7216-7149-45D1-B4EF-E3F1EB6F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Subject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7D64A-F0D1-49DB-A3AA-F8D4528C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Subject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8CBCC-87BE-4E1D-88AC-57C500AC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Our option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DA429-62DB-41E1-B005-831902BC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2875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Axes and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F0A52-D757-4D7C-9319-7634AD49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92430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Illustrative positions, not measured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Dimension definitions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Evaluation method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Source and date</a:t>
            </a:r>
          </a:p>
        </p:txBody>
      </p:sp>
    </p:spTree>
    <p:extLst>
      <p:ext uri="{BB962C8B-B14F-4D97-AF65-F5344CB8AC3E}">
        <p14:creationId xmlns:p14="http://schemas.microsoft.com/office/powerpoint/2010/main" val="15089987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DA844-E53F-4F1F-96F2-2BE06370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L44  Customer persona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9A276-2DCE-498E-B6F4-D46FBDC8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78C79-56FC-42EF-836B-3A9D57EF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04EC2-E6DA-47EC-9759-26538FD7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494FE-9138-4C17-8542-8863DB2E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3619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7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3B480-EF82-46C5-8D74-8894AECF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Example portrait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E06DF-17B1-4E7B-86C0-F330ACB3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persona / not an interviewee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92F90-E091-4D73-A90D-18CFD73F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287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Target user and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63D52-073C-4E13-B6AA-1D7C9736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7143750" cy="405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Goal: the task to 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Obstacle: current practices and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Behavior: channels, frequency and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Evidence: interview or data source placeholder.</a:t>
            </a:r>
          </a:p>
        </p:txBody>
      </p:sp>
    </p:spTree>
    <p:extLst>
      <p:ext uri="{BB962C8B-B14F-4D97-AF65-F5344CB8AC3E}">
        <p14:creationId xmlns:p14="http://schemas.microsoft.com/office/powerpoint/2010/main" val="190479471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615BF-02C1-4919-BC55-8DB5611E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8454B"/>
                </a:solidFill>
                <a:latin typeface="Arial"/>
                <a:ea typeface="Arial"/>
                <a:cs typeface="Arial"/>
              </a:rPr>
              <a:t>L45  Cohort retention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7BD42-A66B-45EC-91A3-0E4815FF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4B9"/>
          </a:solidFill>
          <a:ln xmlns:a="http://schemas.openxmlformats.org/drawingml/2006/main" w="9525">
            <a:solidFill>
              <a:srgbClr val="AAB4B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BE9BC-68FC-44F6-A8C9-BF518550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FOLIO / ORIGINAL LAYOUTS / PLACEHOLDER CONTENT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08DF2-6FBC-451F-A965-27F46B1D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5AEE8-3BD4-4B7E-9589-03F5815011EE}"/>
              </a:ext>
            </a:extLst>
          </p:cNvPr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2776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79600"/>
                <a:gridCol w="1879600"/>
                <a:gridCol w="1879600"/>
                <a:gridCol w="1879600"/>
                <a:gridCol w="1879600"/>
                <a:gridCol w="1879600"/>
              </a:tblGrid>
              <a:tr h="8334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Cohort / size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Month 0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Month 1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Month 2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Month 3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Month 4</a:t>
                      </a:r>
                    </a:p>
                  </a:txBody>
                  <a:tcPr marL="91440" marR="91440" marT="45720" marB="45720">
                    <a:solidFill>
                      <a:srgbClr val="EDF1F3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Jan / 100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61%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48%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Feb / 120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78%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65%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Not observed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Mar / 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68%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Not observed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8454B"/>
                          </a:solidFill>
                          <a:latin typeface="Arial"/>
                          <a:ea typeface="Arial"/>
                          <a:cs typeface="Arial"/>
                        </a:rPr>
                        <a:t>Not observed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A070F-EA81-40E8-85C7-E663E47E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Fictional example: active members / initial cohort size.</a:t>
            </a:r>
          </a:p>
          <a:p xmlns:a="http://schemas.openxmlformats.org/drawingml/2006/main">
            <a:pPr>
              <a:defRPr sz="1725" b="0">
                <a:solidFill>
                  <a:srgbClr val="3845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8454B"/>
                </a:solidFill>
                <a:latin typeface="Arial"/>
                <a:ea typeface="Arial"/>
                <a:cs typeface="Arial"/>
              </a:rPr>
              <a:t>Not observed is not zero. Compare cohorts by column and time by row.</a:t>
            </a:r>
          </a:p>
        </p:txBody>
      </p:sp>
    </p:spTree>
    <p:extLst>
      <p:ext uri="{BB962C8B-B14F-4D97-AF65-F5344CB8AC3E}">
        <p14:creationId xmlns:p14="http://schemas.microsoft.com/office/powerpoint/2010/main" val="11912342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2026-10-11T10:54:20.2420000Z</dcterms:created>
  <dcterms:modified xsi:type="dcterms:W3CDTF">2026-10-11T10:54:20.2420000Z</dcterms:modified>
</coreProperties>
</file>