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46327" y="0"/>
            <a:ext cx="9698126" cy="6858000"/>
          </a:xfrm>
          <a:prstGeom prst="rect">
            <a:avLst/>
          </a:prstGeom>
          <a:solidFill>
            <a:srgbClr val="FFFEFA"/>
          </a:solidFill>
          <a:ln w="12700">
            <a:solidFill>
              <a:srgbClr val="FFFEF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85239" y="43891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7274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FOLIO / FIELD NOTES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080967" y="438912"/>
            <a:ext cx="1581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7274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 JOURNAL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721815" y="2048256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30" b="1" dirty="0">
                <a:solidFill>
                  <a:srgbClr val="B32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LOREM IPSUM / DOLOR SIT AMET</a:t>
            </a:r>
            <a:endParaRPr lang="en-US" sz="930" dirty="0"/>
          </a:p>
        </p:txBody>
      </p:sp>
      <p:sp>
        <p:nvSpPr>
          <p:cNvPr id="6" name="Text 4"/>
          <p:cNvSpPr/>
          <p:nvPr/>
        </p:nvSpPr>
        <p:spPr>
          <a:xfrm>
            <a:off x="1721815" y="2331720"/>
            <a:ext cx="3886200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800" dirty="0">
                <a:solidFill>
                  <a:srgbClr val="2425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Lorem ipsum</a:t>
            </a:r>
            <a:endParaRPr lang="en-US" sz="4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800" dirty="0">
                <a:solidFill>
                  <a:srgbClr val="2425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dolor sit</a:t>
            </a:r>
            <a:endParaRPr lang="en-US" sz="4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800" dirty="0">
                <a:solidFill>
                  <a:srgbClr val="2425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amet.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1721815" y="4489704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B323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Consectetur adipiscing elit.</a:t>
            </a:r>
            <a:endParaRPr lang="en-US" sz="2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B323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Integer vitae arcu sed neque.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721815" y="576072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40" dirty="0">
                <a:solidFill>
                  <a:srgbClr val="7274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LOREM IPSUM</a:t>
            </a:r>
            <a:endParaRPr lang="en-US" sz="9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40" dirty="0">
                <a:solidFill>
                  <a:srgbClr val="7274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 JOURNAL / 2026</a:t>
            </a:r>
            <a:endParaRPr lang="en-US" sz="940" dirty="0"/>
          </a:p>
        </p:txBody>
      </p:sp>
      <p:pic>
        <p:nvPicPr>
          <p:cNvPr id="9" name="Image 0" descr="editorial-object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95390" y="0"/>
            <a:ext cx="4849063" cy="555955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534302" y="5650992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B32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FIG. 00 / LOREM IPSUM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6534302" y="5861304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7274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still life arrangement from the studio, 2026. Image generated for this study.</a:t>
            </a:r>
            <a:endParaRPr lang="en-US" sz="930" dirty="0"/>
          </a:p>
        </p:txBody>
      </p:sp>
      <p:sp>
        <p:nvSpPr>
          <p:cNvPr id="12" name="Text 9"/>
          <p:cNvSpPr/>
          <p:nvPr/>
        </p:nvSpPr>
        <p:spPr>
          <a:xfrm>
            <a:off x="1685239" y="646480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2425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0121494" y="646480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2425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46327" y="0"/>
            <a:ext cx="9698126" cy="6858000"/>
          </a:xfrm>
          <a:prstGeom prst="rect">
            <a:avLst/>
          </a:prstGeom>
          <a:solidFill>
            <a:srgbClr val="FFFEFA"/>
          </a:solidFill>
          <a:ln w="12700">
            <a:solidFill>
              <a:srgbClr val="FFFEF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85239" y="43891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7274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LOREM IPSUM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080967" y="438912"/>
            <a:ext cx="1581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7274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/ OPENER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685239" y="1115568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700" dirty="0">
                <a:solidFill>
                  <a:srgbClr val="B323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2160727" y="1097280"/>
            <a:ext cx="33832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2425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Consectetur</a:t>
            </a:r>
            <a:endParaRPr lang="en-US" sz="2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2425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adipiscing elit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685239" y="2322576"/>
            <a:ext cx="1847088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40" dirty="0">
                <a:solidFill>
                  <a:srgbClr val="4142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Lorem ipsum dolor sit amet, consectetur adipiscing elit. Integer non justo sed urna feugiat volutpat. Vivamus at neque vitae sem consequat faucibus, sed commodo nunc.</a:t>
            </a:r>
            <a:endParaRPr lang="en-US" sz="1040" dirty="0"/>
          </a:p>
          <a:p>
            <a:pPr indent="0" marL="0">
              <a:lnSpc>
                <a:spcPct val="115000"/>
              </a:lnSpc>
              <a:buNone/>
            </a:pPr>
            <a:endParaRPr lang="en-US" sz="104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40" dirty="0">
                <a:solidFill>
                  <a:srgbClr val="4142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Praesent vitae magna at lectus consequat tristique. Donec euismod sapien vitae dictum posuere. Sed at consequat nunc.</a:t>
            </a:r>
            <a:endParaRPr lang="en-US" sz="1040" dirty="0"/>
          </a:p>
        </p:txBody>
      </p:sp>
      <p:sp>
        <p:nvSpPr>
          <p:cNvPr id="8" name="Text 6"/>
          <p:cNvSpPr/>
          <p:nvPr/>
        </p:nvSpPr>
        <p:spPr>
          <a:xfrm>
            <a:off x="3779215" y="2322576"/>
            <a:ext cx="186537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40" dirty="0">
                <a:solidFill>
                  <a:srgbClr val="4142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Quisque sit amet nibh quis arcu tincidunt varius. Curabitur placerat, magna nec aliquet consequat, mi sem gravida augue, vitae posuere erat justo at erat.</a:t>
            </a:r>
            <a:endParaRPr lang="en-US" sz="1040" dirty="0"/>
          </a:p>
        </p:txBody>
      </p:sp>
      <p:sp>
        <p:nvSpPr>
          <p:cNvPr id="9" name="Shape 7"/>
          <p:cNvSpPr/>
          <p:nvPr/>
        </p:nvSpPr>
        <p:spPr>
          <a:xfrm>
            <a:off x="3779215" y="4389120"/>
            <a:ext cx="24689" cy="1024128"/>
          </a:xfrm>
          <a:prstGeom prst="rect">
            <a:avLst/>
          </a:prstGeom>
          <a:solidFill>
            <a:srgbClr val="B3232D"/>
          </a:solidFill>
          <a:ln w="12700">
            <a:solidFill>
              <a:srgbClr val="B3232D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25519" y="4370832"/>
            <a:ext cx="17190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80" dirty="0">
                <a:solidFill>
                  <a:srgbClr val="B323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“Lorem ipsum dolor sit amet, consectetur adipiscing elit.”</a:t>
            </a:r>
            <a:endParaRPr lang="en-US" sz="1680" dirty="0"/>
          </a:p>
        </p:txBody>
      </p:sp>
      <p:pic>
        <p:nvPicPr>
          <p:cNvPr id="11" name="Image 0" descr="textile-stud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95390" y="0"/>
            <a:ext cx="4849063" cy="555955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534302" y="5650992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B32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FIG. 01 / LOREM IPSUM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6534302" y="5861304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7274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Dolor sit amet, consectetur adipiscing elit. Image generated for this study.</a:t>
            </a:r>
            <a:endParaRPr lang="en-US" sz="930" dirty="0"/>
          </a:p>
        </p:txBody>
      </p:sp>
      <p:sp>
        <p:nvSpPr>
          <p:cNvPr id="14" name="Text 11"/>
          <p:cNvSpPr/>
          <p:nvPr/>
        </p:nvSpPr>
        <p:spPr>
          <a:xfrm>
            <a:off x="1685239" y="646480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2425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0121494" y="646480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2425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46327" y="0"/>
            <a:ext cx="9698126" cy="6858000"/>
          </a:xfrm>
          <a:prstGeom prst="rect">
            <a:avLst/>
          </a:prstGeom>
          <a:solidFill>
            <a:srgbClr val="FFFEFA"/>
          </a:solidFill>
          <a:ln w="12700">
            <a:solidFill>
              <a:srgbClr val="FFFEFA">
                <a:alpha val="0"/>
              </a:srgbClr>
            </a:solidFill>
            <a:prstDash val="solid"/>
          </a:ln>
        </p:spPr>
      </p:sp>
      <p:pic>
        <p:nvPicPr>
          <p:cNvPr id="3" name="Image 0" descr="architecture-light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46327" y="0"/>
            <a:ext cx="4849063" cy="51297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85239" y="5650992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B32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FIG. 02 / LOREM IPSUM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1685239" y="5861304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7274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Integer non justo sed urna feugiat volutpat. Photo: Sebastian Schuster.</a:t>
            </a:r>
            <a:endParaRPr lang="en-US" sz="930" dirty="0"/>
          </a:p>
        </p:txBody>
      </p:sp>
      <p:sp>
        <p:nvSpPr>
          <p:cNvPr id="6" name="Text 3"/>
          <p:cNvSpPr/>
          <p:nvPr/>
        </p:nvSpPr>
        <p:spPr>
          <a:xfrm>
            <a:off x="6534302" y="43891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7274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CONSECTETUR / FEATURE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8930030" y="438912"/>
            <a:ext cx="1581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7274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534302" y="950976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30" b="1" dirty="0">
                <a:solidFill>
                  <a:srgbClr val="B32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LOREM IPSUM</a:t>
            </a:r>
            <a:endParaRPr lang="en-US" sz="930" dirty="0"/>
          </a:p>
        </p:txBody>
      </p:sp>
      <p:sp>
        <p:nvSpPr>
          <p:cNvPr id="9" name="Text 6"/>
          <p:cNvSpPr/>
          <p:nvPr/>
        </p:nvSpPr>
        <p:spPr>
          <a:xfrm>
            <a:off x="6534302" y="1243584"/>
            <a:ext cx="3968496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80" dirty="0">
                <a:solidFill>
                  <a:srgbClr val="2425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Integer non justo sed urna</a:t>
            </a:r>
            <a:endParaRPr lang="en-US" sz="25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580" dirty="0">
                <a:solidFill>
                  <a:srgbClr val="2425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feugiat volutpat</a:t>
            </a:r>
            <a:endParaRPr lang="en-US" sz="2580" dirty="0"/>
          </a:p>
        </p:txBody>
      </p:sp>
      <p:sp>
        <p:nvSpPr>
          <p:cNvPr id="10" name="Text 7"/>
          <p:cNvSpPr/>
          <p:nvPr/>
        </p:nvSpPr>
        <p:spPr>
          <a:xfrm>
            <a:off x="6534302" y="2450592"/>
            <a:ext cx="1837944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10" dirty="0">
                <a:solidFill>
                  <a:srgbClr val="4142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Lorem ipsum dolor sit amet, consectetur adipiscing elit. Integer non justo sed urna feugiat volutpat. Vivamus at neque vitae sem consequat faucibus.</a:t>
            </a:r>
            <a:endParaRPr lang="en-US" sz="1010" dirty="0"/>
          </a:p>
          <a:p>
            <a:pPr indent="0" marL="0">
              <a:lnSpc>
                <a:spcPct val="115000"/>
              </a:lnSpc>
              <a:buNone/>
            </a:pPr>
            <a:endParaRPr lang="en-US" sz="101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10" dirty="0">
                <a:solidFill>
                  <a:srgbClr val="4142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Praesent vitae magna at lectus consequat tristique. Donec euismod sapien vitae dictum posuere. Nulla facilisi. Mauris interdum lorem a porta cursus.</a:t>
            </a:r>
            <a:endParaRPr lang="en-US" sz="1010" dirty="0"/>
          </a:p>
        </p:txBody>
      </p:sp>
      <p:sp>
        <p:nvSpPr>
          <p:cNvPr id="11" name="Text 8"/>
          <p:cNvSpPr/>
          <p:nvPr/>
        </p:nvSpPr>
        <p:spPr>
          <a:xfrm>
            <a:off x="8628278" y="2450592"/>
            <a:ext cx="1865376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10" dirty="0">
                <a:solidFill>
                  <a:srgbClr val="4142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Quisque sit amet nibh quis arcu tincidunt varius. Curabitur placerat magna nec aliquet consequat. Integer vitae arcu sed neque gravida porttitor.</a:t>
            </a:r>
            <a:endParaRPr lang="en-US" sz="1010" dirty="0"/>
          </a:p>
          <a:p>
            <a:pPr indent="0" marL="0">
              <a:lnSpc>
                <a:spcPct val="115000"/>
              </a:lnSpc>
              <a:buNone/>
            </a:pPr>
            <a:endParaRPr lang="en-US" sz="101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10" dirty="0">
                <a:solidFill>
                  <a:srgbClr val="4142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Aliquam erat volutpat. Vestibulum ante ipsum primis in faucibus orci luctus et ultrices posuere cubilia curae. Morbi tempor nibh sit amet velit consequat.</a:t>
            </a:r>
            <a:endParaRPr lang="en-US" sz="1010" dirty="0"/>
          </a:p>
        </p:txBody>
      </p:sp>
      <p:sp>
        <p:nvSpPr>
          <p:cNvPr id="12" name="Text 9"/>
          <p:cNvSpPr/>
          <p:nvPr/>
        </p:nvSpPr>
        <p:spPr>
          <a:xfrm>
            <a:off x="1685239" y="646480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2425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0121494" y="646480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2425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46327" y="0"/>
            <a:ext cx="9698126" cy="6858000"/>
          </a:xfrm>
          <a:prstGeom prst="rect">
            <a:avLst/>
          </a:prstGeom>
          <a:solidFill>
            <a:srgbClr val="FFFEFA"/>
          </a:solidFill>
          <a:ln w="12700">
            <a:solidFill>
              <a:srgbClr val="FFFEF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85239" y="43891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7274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FOLIO / FIELD NOTES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080967" y="438912"/>
            <a:ext cx="1581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7274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685239" y="97840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30" b="1" dirty="0">
                <a:solidFill>
                  <a:srgbClr val="B32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DOLOR SIT AMET</a:t>
            </a:r>
            <a:endParaRPr lang="en-US" sz="930" dirty="0"/>
          </a:p>
        </p:txBody>
      </p:sp>
      <p:sp>
        <p:nvSpPr>
          <p:cNvPr id="6" name="Text 4"/>
          <p:cNvSpPr/>
          <p:nvPr/>
        </p:nvSpPr>
        <p:spPr>
          <a:xfrm>
            <a:off x="1685239" y="1289304"/>
            <a:ext cx="40416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600" dirty="0">
                <a:solidFill>
                  <a:srgbClr val="2425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Vivamus at neque vitae</a:t>
            </a:r>
            <a:endParaRPr lang="en-US" sz="2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600" dirty="0">
                <a:solidFill>
                  <a:srgbClr val="2425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sem consequat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1685239" y="2450592"/>
            <a:ext cx="36576" cy="1051560"/>
          </a:xfrm>
          <a:prstGeom prst="rect">
            <a:avLst/>
          </a:prstGeom>
          <a:solidFill>
            <a:srgbClr val="B3232D"/>
          </a:solidFill>
          <a:ln w="12700">
            <a:solidFill>
              <a:srgbClr val="B3232D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86407" y="2450592"/>
            <a:ext cx="36576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180" dirty="0">
                <a:solidFill>
                  <a:srgbClr val="B323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“Integer non justo sed urna</a:t>
            </a:r>
            <a:endParaRPr lang="en-US" sz="21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180" dirty="0">
                <a:solidFill>
                  <a:srgbClr val="B323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feugiat volutpat.”</a:t>
            </a:r>
            <a:endParaRPr lang="en-US" sz="2180" dirty="0"/>
          </a:p>
        </p:txBody>
      </p:sp>
      <p:sp>
        <p:nvSpPr>
          <p:cNvPr id="9" name="Text 7"/>
          <p:cNvSpPr/>
          <p:nvPr/>
        </p:nvSpPr>
        <p:spPr>
          <a:xfrm>
            <a:off x="1886407" y="331012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30" b="1" dirty="0">
                <a:solidFill>
                  <a:srgbClr val="7274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CONSECTETUR / 03</a:t>
            </a:r>
            <a:endParaRPr lang="en-US" sz="830" dirty="0"/>
          </a:p>
        </p:txBody>
      </p:sp>
      <p:sp>
        <p:nvSpPr>
          <p:cNvPr id="10" name="Text 8"/>
          <p:cNvSpPr/>
          <p:nvPr/>
        </p:nvSpPr>
        <p:spPr>
          <a:xfrm>
            <a:off x="1685239" y="3767328"/>
            <a:ext cx="1847088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20" dirty="0">
                <a:solidFill>
                  <a:srgbClr val="4142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Lorem ipsum dolor sit amet, consectetur adipiscing elit. Aenean suscipit lectus sed sapien facilisis. Nullam sed tellus id nisi posuere ultrices.</a:t>
            </a:r>
            <a:endParaRPr lang="en-US" sz="1020" dirty="0"/>
          </a:p>
          <a:p>
            <a:pPr indent="0" marL="0">
              <a:lnSpc>
                <a:spcPct val="115000"/>
              </a:lnSpc>
              <a:buNone/>
            </a:pPr>
            <a:endParaRPr lang="en-US" sz="102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20" dirty="0">
                <a:solidFill>
                  <a:srgbClr val="4142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Donec euismod sapien vitae dictum posuere. Sed at consequat nunc. Nulla facilisi. Mauris interdum lorem a porta cursus.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3779215" y="3767328"/>
            <a:ext cx="1865376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20" dirty="0">
                <a:solidFill>
                  <a:srgbClr val="4142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Praesent vitae magna at lectus consequat tristique. Curabitur placerat magna nec aliquet consequat.</a:t>
            </a:r>
            <a:endParaRPr lang="en-US" sz="1020" dirty="0"/>
          </a:p>
          <a:p>
            <a:pPr indent="0" marL="0">
              <a:lnSpc>
                <a:spcPct val="115000"/>
              </a:lnSpc>
              <a:buNone/>
            </a:pPr>
            <a:endParaRPr lang="en-US" sz="102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20" dirty="0">
                <a:solidFill>
                  <a:srgbClr val="4142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Integer vitae arcu sed neque gravida porttitor. In hac habitasse platea dictumst. Aliquam erat volutpat. Pellentesque euismod risus non facilisis dictum.</a:t>
            </a:r>
            <a:endParaRPr lang="en-US" sz="1020" dirty="0"/>
          </a:p>
        </p:txBody>
      </p:sp>
      <p:pic>
        <p:nvPicPr>
          <p:cNvPr id="12" name="Image 0" descr="graphic-stud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95390" y="0"/>
            <a:ext cx="4849063" cy="555955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534302" y="5650992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B32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FIG. 03 / LOREM IPSUM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6534302" y="5861304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7274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Vivamus at neque vitae sem consequat faucibus. Image generated for this study.</a:t>
            </a:r>
            <a:endParaRPr lang="en-US" sz="930" dirty="0"/>
          </a:p>
        </p:txBody>
      </p:sp>
      <p:sp>
        <p:nvSpPr>
          <p:cNvPr id="15" name="Text 12"/>
          <p:cNvSpPr/>
          <p:nvPr/>
        </p:nvSpPr>
        <p:spPr>
          <a:xfrm>
            <a:off x="1685239" y="646480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2425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0121494" y="646480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2425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46327" y="0"/>
            <a:ext cx="9698126" cy="6858000"/>
          </a:xfrm>
          <a:prstGeom prst="rect">
            <a:avLst/>
          </a:prstGeom>
          <a:solidFill>
            <a:srgbClr val="FFFEFA"/>
          </a:solidFill>
          <a:ln w="12700">
            <a:solidFill>
              <a:srgbClr val="FFFEF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85239" y="43891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7274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LOREM IPSUM / STUDIO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080967" y="438912"/>
            <a:ext cx="1581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7274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685239" y="1115568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700" dirty="0">
                <a:solidFill>
                  <a:srgbClr val="B323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2160727" y="1097280"/>
            <a:ext cx="33832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2425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Ut enim ad</a:t>
            </a:r>
            <a:endParaRPr lang="en-US" sz="2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2425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minim veniam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685239" y="2322576"/>
            <a:ext cx="1847088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40" dirty="0">
                <a:solidFill>
                  <a:srgbClr val="4142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Lorem ipsum dolor sit amet, consectetur adipiscing elit. Integer non justo sed urna feugiat volutpat. Vivamus at neque vitae sem consequat faucibus.</a:t>
            </a:r>
            <a:endParaRPr lang="en-US" sz="1040" dirty="0"/>
          </a:p>
          <a:p>
            <a:pPr indent="0" marL="0">
              <a:lnSpc>
                <a:spcPct val="115000"/>
              </a:lnSpc>
              <a:buNone/>
            </a:pPr>
            <a:endParaRPr lang="en-US" sz="104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40" dirty="0">
                <a:solidFill>
                  <a:srgbClr val="4142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Aenean suscipit lectus sed sapien facilisis. Nullam sed tellus id nisi posuere ultrices.</a:t>
            </a:r>
            <a:endParaRPr lang="en-US" sz="1040" dirty="0"/>
          </a:p>
        </p:txBody>
      </p:sp>
      <p:sp>
        <p:nvSpPr>
          <p:cNvPr id="8" name="Text 6"/>
          <p:cNvSpPr/>
          <p:nvPr/>
        </p:nvSpPr>
        <p:spPr>
          <a:xfrm>
            <a:off x="3779215" y="2322576"/>
            <a:ext cx="1865376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40" dirty="0">
                <a:solidFill>
                  <a:srgbClr val="4142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Donec euismod sapien vitae dictum posuere. Sed at consequat nunc. Nulla facilisi. Mauris interdum lorem a porta cursus.</a:t>
            </a:r>
            <a:endParaRPr lang="en-US" sz="1040" dirty="0"/>
          </a:p>
          <a:p>
            <a:pPr indent="0" marL="0">
              <a:lnSpc>
                <a:spcPct val="115000"/>
              </a:lnSpc>
              <a:buNone/>
            </a:pPr>
            <a:endParaRPr lang="en-US" sz="104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40" dirty="0">
                <a:solidFill>
                  <a:srgbClr val="4142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Curabitur placerat magna nec aliquet consequat, mi sem gravida augue, vitae posuere erat justo at erat.</a:t>
            </a:r>
            <a:endParaRPr lang="en-US" sz="1040" dirty="0"/>
          </a:p>
        </p:txBody>
      </p:sp>
      <p:sp>
        <p:nvSpPr>
          <p:cNvPr id="9" name="Shape 7"/>
          <p:cNvSpPr/>
          <p:nvPr/>
        </p:nvSpPr>
        <p:spPr>
          <a:xfrm>
            <a:off x="6095390" y="0"/>
            <a:ext cx="4849063" cy="6858000"/>
          </a:xfrm>
          <a:prstGeom prst="rect">
            <a:avLst/>
          </a:prstGeom>
          <a:solidFill>
            <a:srgbClr val="28352E"/>
          </a:solidFill>
          <a:ln w="12700">
            <a:solidFill>
              <a:srgbClr val="28352E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4302" y="43891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C1C8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FOLIO / FIELD NOTES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930030" y="438912"/>
            <a:ext cx="1581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C1C8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 MATTER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534302" y="1042416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10" b="1" dirty="0">
                <a:solidFill>
                  <a:srgbClr val="D8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LOREM IPSUM / FINIS</a:t>
            </a:r>
            <a:endParaRPr lang="en-US" sz="910" dirty="0"/>
          </a:p>
        </p:txBody>
      </p:sp>
      <p:sp>
        <p:nvSpPr>
          <p:cNvPr id="13" name="Text 11"/>
          <p:cNvSpPr/>
          <p:nvPr/>
        </p:nvSpPr>
        <p:spPr>
          <a:xfrm>
            <a:off x="6534302" y="1490472"/>
            <a:ext cx="38770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F8F5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Consectetur</a:t>
            </a:r>
            <a:endParaRPr lang="en-US" sz="3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F8F5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adipiscing elit.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534302" y="2944368"/>
            <a:ext cx="37033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1E0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Lorem ipsum dolor sit amet, consectetur adipiscing elit. Integer non justo sed urna feugiat volutpat.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34302" y="4800600"/>
            <a:ext cx="39319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700" dirty="0">
                <a:solidFill>
                  <a:srgbClr val="F8F5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 Lorem ipsum dolor sit amet. ”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1685239" y="646480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2425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121494" y="646480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8F5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E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944" y="502920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B32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LOREM IPSUM / FIELD NOTE 01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94944" y="1865376"/>
            <a:ext cx="53035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200" dirty="0">
                <a:solidFill>
                  <a:srgbClr val="2425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Consectetur</a:t>
            </a:r>
            <a:endParaRPr lang="en-US" sz="4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200" dirty="0">
                <a:solidFill>
                  <a:srgbClr val="2425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adipiscing elit.</a:t>
            </a:r>
            <a:endParaRPr lang="en-US" sz="4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200" dirty="0">
                <a:solidFill>
                  <a:srgbClr val="2425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Sed do eiusmod.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94944" y="4370832"/>
            <a:ext cx="50566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5556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Lorem ipsum dolor sit amet, consectetur</a:t>
            </a:r>
            <a:endParaRPr lang="en-US" sz="2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5556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adipiscing elit. Integer vitae arcu sed neque.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94944" y="5888736"/>
            <a:ext cx="5047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7274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LOREM IPSUM / STUDIO JOURNAL / 2026</a:t>
            </a:r>
            <a:endParaRPr lang="en-US" sz="850" dirty="0"/>
          </a:p>
        </p:txBody>
      </p:sp>
      <p:pic>
        <p:nvPicPr>
          <p:cNvPr id="6" name="Image 0" descr="editorial-object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99048" y="0"/>
            <a:ext cx="6089904" cy="63642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12648" y="6492240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20" b="1" dirty="0">
                <a:solidFill>
                  <a:srgbClr val="7274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FOLIO / LANDSCAPE FEATURE</a:t>
            </a:r>
            <a:endParaRPr lang="en-US" sz="820" dirty="0"/>
          </a:p>
        </p:txBody>
      </p:sp>
      <p:sp>
        <p:nvSpPr>
          <p:cNvPr id="8" name="Text 5"/>
          <p:cNvSpPr/>
          <p:nvPr/>
        </p:nvSpPr>
        <p:spPr>
          <a:xfrm>
            <a:off x="11228832" y="6446520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2425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E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705916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300" dirty="0">
                <a:solidFill>
                  <a:srgbClr val="2425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Integer non justo sed urna</a:t>
            </a:r>
            <a:endParaRPr lang="en-US" sz="3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300" dirty="0">
                <a:solidFill>
                  <a:srgbClr val="2425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feugiat volutpat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8604504" y="850392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7274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Lorem ipsum dolor sit amet, consectetur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7274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adipiscing elit. Vivamus at neque vitae sem.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58368" y="1993392"/>
            <a:ext cx="3236976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20" dirty="0">
                <a:solidFill>
                  <a:srgbClr val="4142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Lorem ipsum dolor sit amet, consectetur adipiscing elit. Integer non justo sed urna feugiat volutpat. Vivamus at neque vitae sem consequat faucibus.</a:t>
            </a:r>
            <a:endParaRPr lang="en-US" sz="1320" dirty="0"/>
          </a:p>
          <a:p>
            <a:pPr indent="0" marL="0">
              <a:lnSpc>
                <a:spcPct val="115000"/>
              </a:lnSpc>
              <a:buNone/>
            </a:pPr>
            <a:endParaRPr lang="en-US" sz="132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20" dirty="0">
                <a:solidFill>
                  <a:srgbClr val="4142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Aenean suscipit lectus sed sapien facilisis. Nullam sed tellus id nisi posuere ultrices.</a:t>
            </a:r>
            <a:endParaRPr lang="en-US" sz="1320" dirty="0"/>
          </a:p>
        </p:txBody>
      </p:sp>
      <p:sp>
        <p:nvSpPr>
          <p:cNvPr id="5" name="Text 3"/>
          <p:cNvSpPr/>
          <p:nvPr/>
        </p:nvSpPr>
        <p:spPr>
          <a:xfrm>
            <a:off x="4480560" y="1993392"/>
            <a:ext cx="3236976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20" dirty="0">
                <a:solidFill>
                  <a:srgbClr val="4142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Praesent vitae magna at lectus consequat tristique. Donec euismod sapien vitae dictum posuere. Sed at consequat nunc.</a:t>
            </a:r>
            <a:endParaRPr lang="en-US" sz="1320" dirty="0"/>
          </a:p>
          <a:p>
            <a:pPr indent="0" marL="0">
              <a:lnSpc>
                <a:spcPct val="115000"/>
              </a:lnSpc>
              <a:buNone/>
            </a:pPr>
            <a:endParaRPr lang="en-US" sz="132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20" dirty="0">
                <a:solidFill>
                  <a:srgbClr val="4142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Nulla facilisi. Mauris interdum lorem a porta cursus.</a:t>
            </a:r>
            <a:endParaRPr lang="en-US" sz="1320" dirty="0"/>
          </a:p>
        </p:txBody>
      </p:sp>
      <p:sp>
        <p:nvSpPr>
          <p:cNvPr id="6" name="Text 4"/>
          <p:cNvSpPr/>
          <p:nvPr/>
        </p:nvSpPr>
        <p:spPr>
          <a:xfrm>
            <a:off x="8302752" y="1993392"/>
            <a:ext cx="3236976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20" dirty="0">
                <a:solidFill>
                  <a:srgbClr val="4142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Quisque sit amet nibh quis arcu tincidunt varius. Curabitur placerat magna nec aliquet consequat.</a:t>
            </a:r>
            <a:endParaRPr lang="en-US" sz="1320" dirty="0"/>
          </a:p>
          <a:p>
            <a:pPr indent="0" marL="0">
              <a:lnSpc>
                <a:spcPct val="115000"/>
              </a:lnSpc>
              <a:buNone/>
            </a:pPr>
            <a:endParaRPr lang="en-US" sz="132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20" dirty="0">
                <a:solidFill>
                  <a:srgbClr val="4142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Integer vitae arcu sed neque gravida porttitor. Aliquam erat volutpat.</a:t>
            </a:r>
            <a:endParaRPr lang="en-US" sz="1320" dirty="0"/>
          </a:p>
        </p:txBody>
      </p:sp>
      <p:sp>
        <p:nvSpPr>
          <p:cNvPr id="7" name="Text 5"/>
          <p:cNvSpPr/>
          <p:nvPr/>
        </p:nvSpPr>
        <p:spPr>
          <a:xfrm>
            <a:off x="658368" y="5120640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dirty="0">
                <a:solidFill>
                  <a:srgbClr val="B323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Lorem ipsum dolor sit amet.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12648" y="6492240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20" b="1" dirty="0">
                <a:solidFill>
                  <a:srgbClr val="7274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FOLIO / LANDSCAPE FEATURE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11228832" y="6446520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2425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E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rchitecture-light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7059168" cy="636422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26096" y="576072"/>
            <a:ext cx="3959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B32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FIG. 03 / LOREM IPSUM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7626096" y="987552"/>
            <a:ext cx="41148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100" dirty="0">
                <a:solidFill>
                  <a:srgbClr val="2425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Vivamus at neque</a:t>
            </a:r>
            <a:endParaRPr lang="en-US" sz="3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100" dirty="0">
                <a:solidFill>
                  <a:srgbClr val="2425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vitae sem consequat</a:t>
            </a:r>
            <a:endParaRPr lang="en-US" sz="3100" dirty="0"/>
          </a:p>
        </p:txBody>
      </p:sp>
      <p:sp>
        <p:nvSpPr>
          <p:cNvPr id="5" name="Text 2"/>
          <p:cNvSpPr/>
          <p:nvPr/>
        </p:nvSpPr>
        <p:spPr>
          <a:xfrm>
            <a:off x="7626096" y="2770632"/>
            <a:ext cx="1728216" cy="2221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20" dirty="0">
                <a:solidFill>
                  <a:srgbClr val="4142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Lorem ipsum dolor sit amet, consectetur adipiscing elit. Integer non justo sed urna feugiat volutpat.</a:t>
            </a:r>
            <a:endParaRPr lang="en-US" sz="1320" dirty="0"/>
          </a:p>
        </p:txBody>
      </p:sp>
      <p:sp>
        <p:nvSpPr>
          <p:cNvPr id="6" name="Text 3"/>
          <p:cNvSpPr/>
          <p:nvPr/>
        </p:nvSpPr>
        <p:spPr>
          <a:xfrm>
            <a:off x="9683496" y="2770632"/>
            <a:ext cx="1746504" cy="2221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20" dirty="0">
                <a:solidFill>
                  <a:srgbClr val="4142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Aenean suscipit lectus sed sapien facilisis. Nullam sed tellus id nisi posuere ultrices.</a:t>
            </a:r>
            <a:endParaRPr lang="en-US" sz="1320" dirty="0"/>
          </a:p>
        </p:txBody>
      </p:sp>
      <p:sp>
        <p:nvSpPr>
          <p:cNvPr id="7" name="Text 4"/>
          <p:cNvSpPr/>
          <p:nvPr/>
        </p:nvSpPr>
        <p:spPr>
          <a:xfrm>
            <a:off x="7626096" y="5513832"/>
            <a:ext cx="405079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70" dirty="0">
                <a:solidFill>
                  <a:srgbClr val="7274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Lorem ipsum dolor sit amet.</a:t>
            </a:r>
            <a:endParaRPr lang="en-US" sz="107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70" dirty="0">
                <a:solidFill>
                  <a:srgbClr val="7274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Photo: Sebastian Schuster.</a:t>
            </a:r>
            <a:endParaRPr lang="en-US" sz="1070" dirty="0"/>
          </a:p>
        </p:txBody>
      </p:sp>
      <p:sp>
        <p:nvSpPr>
          <p:cNvPr id="8" name="Text 5"/>
          <p:cNvSpPr/>
          <p:nvPr/>
        </p:nvSpPr>
        <p:spPr>
          <a:xfrm>
            <a:off x="612648" y="6492240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20" b="1" dirty="0">
                <a:solidFill>
                  <a:srgbClr val="7274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FOLIO / LANDSCAPE FEATURE</a:t>
            </a:r>
            <a:endParaRPr lang="en-US" sz="820" dirty="0"/>
          </a:p>
        </p:txBody>
      </p:sp>
      <p:sp>
        <p:nvSpPr>
          <p:cNvPr id="9" name="Text 6"/>
          <p:cNvSpPr/>
          <p:nvPr/>
        </p:nvSpPr>
        <p:spPr>
          <a:xfrm>
            <a:off x="11228832" y="6446520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2425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Folio Editorial Sample</dc:title>
  <dc:subject>Editable PowerPoint adaptation of the Folio editorial sample</dc:subject>
  <dc:creator>Folio</dc:creator>
  <cp:lastModifiedBy>Folio</cp:lastModifiedBy>
  <cp:revision>1</cp:revision>
  <dcterms:created xsi:type="dcterms:W3CDTF">2026-10-03T15:44:41Z</dcterms:created>
  <dcterms:modified xsi:type="dcterms:W3CDTF">2026-10-03T15:44:41Z</dcterms:modified>
</cp:coreProperties>
</file>